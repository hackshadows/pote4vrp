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1" r:id="rId4"/>
    <p:sldId id="262" r:id="rId5"/>
    <p:sldId id="267" r:id="rId6"/>
    <p:sldId id="268" r:id="rId7"/>
    <p:sldId id="269" r:id="rId8"/>
    <p:sldId id="264" r:id="rId9"/>
    <p:sldId id="270" r:id="rId10"/>
    <p:sldId id="263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3F476-7531-DB49-9527-76C77306FB2B}" v="112" dt="2025-05-13T21:34:54.904"/>
    <p1510:client id="{62989E70-D3D7-0119-4C09-31E0E70A9983}" v="603" dt="2025-05-13T21:35:42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>
      <p:cViewPr>
        <p:scale>
          <a:sx n="138" d="100"/>
          <a:sy n="138" d="100"/>
        </p:scale>
        <p:origin x="-864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9D1A87-EC6C-4E18-AE2E-FECC6379303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F4D52D-6DD2-4845-8BC5-17504152C3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Rappel du </a:t>
          </a:r>
          <a:r>
            <a:rPr lang="en-US" err="1"/>
            <a:t>projet</a:t>
          </a:r>
          <a:r>
            <a:rPr lang="en-US"/>
            <a:t> et des objectifs</a:t>
          </a:r>
        </a:p>
      </dgm:t>
    </dgm:pt>
    <dgm:pt modelId="{50C83CAD-B7DE-4129-911D-824B3EFEA2CC}" type="parTrans" cxnId="{0385D238-997D-493A-96E0-3D0B67E78D2D}">
      <dgm:prSet/>
      <dgm:spPr/>
      <dgm:t>
        <a:bodyPr/>
        <a:lstStyle/>
        <a:p>
          <a:endParaRPr lang="en-US"/>
        </a:p>
      </dgm:t>
    </dgm:pt>
    <dgm:pt modelId="{6A423108-22E6-4A33-9A7B-3714708DE0BD}" type="sibTrans" cxnId="{0385D238-997D-493A-96E0-3D0B67E78D2D}">
      <dgm:prSet/>
      <dgm:spPr/>
      <dgm:t>
        <a:bodyPr/>
        <a:lstStyle/>
        <a:p>
          <a:endParaRPr lang="en-US"/>
        </a:p>
      </dgm:t>
    </dgm:pt>
    <dgm:pt modelId="{DFB0683D-EFC0-4976-A379-E13CCA5345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Résultats</a:t>
          </a:r>
          <a:endParaRPr lang="en-US"/>
        </a:p>
      </dgm:t>
    </dgm:pt>
    <dgm:pt modelId="{39F428E6-F982-4D42-964E-8CF548E872FE}" type="parTrans" cxnId="{878F3B74-86C7-464A-B20A-E211D893929D}">
      <dgm:prSet/>
      <dgm:spPr/>
      <dgm:t>
        <a:bodyPr/>
        <a:lstStyle/>
        <a:p>
          <a:endParaRPr lang="en-US"/>
        </a:p>
      </dgm:t>
    </dgm:pt>
    <dgm:pt modelId="{E2DA893D-5CF0-43A1-9B36-8AEC9B87C852}" type="sibTrans" cxnId="{878F3B74-86C7-464A-B20A-E211D893929D}">
      <dgm:prSet/>
      <dgm:spPr/>
      <dgm:t>
        <a:bodyPr/>
        <a:lstStyle/>
        <a:p>
          <a:endParaRPr lang="en-US"/>
        </a:p>
      </dgm:t>
    </dgm:pt>
    <dgm:pt modelId="{CF688992-F11F-401A-BE7F-D574888BC4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Bilan</a:t>
          </a:r>
          <a:endParaRPr lang="en-US"/>
        </a:p>
      </dgm:t>
    </dgm:pt>
    <dgm:pt modelId="{9C4F0751-4864-4BE0-806B-2BC33F4BB000}" type="parTrans" cxnId="{ECDF0622-A8A8-4B3F-9F07-8AFEA9ADF5CA}">
      <dgm:prSet/>
      <dgm:spPr/>
      <dgm:t>
        <a:bodyPr/>
        <a:lstStyle/>
        <a:p>
          <a:endParaRPr lang="en-US"/>
        </a:p>
      </dgm:t>
    </dgm:pt>
    <dgm:pt modelId="{8BBCA896-316E-4BCA-A008-E7D853FCB362}" type="sibTrans" cxnId="{ECDF0622-A8A8-4B3F-9F07-8AFEA9ADF5CA}">
      <dgm:prSet/>
      <dgm:spPr/>
      <dgm:t>
        <a:bodyPr/>
        <a:lstStyle/>
        <a:p>
          <a:endParaRPr lang="en-US"/>
        </a:p>
      </dgm:t>
    </dgm:pt>
    <dgm:pt modelId="{88E39A2F-13B1-4A6E-A72A-A385592E97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Apports du </a:t>
          </a:r>
          <a:r>
            <a:rPr lang="en-US" err="1"/>
            <a:t>projet</a:t>
          </a:r>
          <a:endParaRPr lang="en-US"/>
        </a:p>
      </dgm:t>
    </dgm:pt>
    <dgm:pt modelId="{E57F138C-F735-4FD5-8531-114BC1A875B1}" type="parTrans" cxnId="{46BE858B-7DF4-46D2-A330-5F0718D84FFE}">
      <dgm:prSet/>
      <dgm:spPr/>
      <dgm:t>
        <a:bodyPr/>
        <a:lstStyle/>
        <a:p>
          <a:endParaRPr lang="en-US"/>
        </a:p>
      </dgm:t>
    </dgm:pt>
    <dgm:pt modelId="{D4A6C47E-BFC5-4B98-84B2-D7A762E54CA8}" type="sibTrans" cxnId="{46BE858B-7DF4-46D2-A330-5F0718D84FFE}">
      <dgm:prSet/>
      <dgm:spPr/>
      <dgm:t>
        <a:bodyPr/>
        <a:lstStyle/>
        <a:p>
          <a:endParaRPr lang="en-US"/>
        </a:p>
      </dgm:t>
    </dgm:pt>
    <dgm:pt modelId="{577C32AB-158B-45C8-BDD1-213B5D3FFFED}" type="pres">
      <dgm:prSet presAssocID="{A49D1A87-EC6C-4E18-AE2E-FECC6379303A}" presName="root" presStyleCnt="0">
        <dgm:presLayoutVars>
          <dgm:dir/>
          <dgm:resizeHandles val="exact"/>
        </dgm:presLayoutVars>
      </dgm:prSet>
      <dgm:spPr/>
    </dgm:pt>
    <dgm:pt modelId="{82315469-E657-4726-9CE0-2D9B7F2B358D}" type="pres">
      <dgm:prSet presAssocID="{93F4D52D-6DD2-4845-8BC5-17504152C3A5}" presName="compNode" presStyleCnt="0"/>
      <dgm:spPr/>
    </dgm:pt>
    <dgm:pt modelId="{0027D59E-3A28-4175-857B-97D4F9E8C80C}" type="pres">
      <dgm:prSet presAssocID="{93F4D52D-6DD2-4845-8BC5-17504152C3A5}" presName="bgRect" presStyleLbl="bgShp" presStyleIdx="0" presStyleCnt="4"/>
      <dgm:spPr/>
    </dgm:pt>
    <dgm:pt modelId="{B4B2E6F7-EB29-4EBF-AE1B-D61B3966DC4B}" type="pres">
      <dgm:prSet presAssocID="{93F4D52D-6DD2-4845-8BC5-17504152C3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EC7F8180-A355-484F-A674-77BFFEB1B0DD}" type="pres">
      <dgm:prSet presAssocID="{93F4D52D-6DD2-4845-8BC5-17504152C3A5}" presName="spaceRect" presStyleCnt="0"/>
      <dgm:spPr/>
    </dgm:pt>
    <dgm:pt modelId="{55630D2C-ADFB-4F8A-AAAF-493CA6D4233D}" type="pres">
      <dgm:prSet presAssocID="{93F4D52D-6DD2-4845-8BC5-17504152C3A5}" presName="parTx" presStyleLbl="revTx" presStyleIdx="0" presStyleCnt="4">
        <dgm:presLayoutVars>
          <dgm:chMax val="0"/>
          <dgm:chPref val="0"/>
        </dgm:presLayoutVars>
      </dgm:prSet>
      <dgm:spPr/>
    </dgm:pt>
    <dgm:pt modelId="{5A31037D-DFC7-4A6A-84B5-3BBF31BB586F}" type="pres">
      <dgm:prSet presAssocID="{6A423108-22E6-4A33-9A7B-3714708DE0BD}" presName="sibTrans" presStyleCnt="0"/>
      <dgm:spPr/>
    </dgm:pt>
    <dgm:pt modelId="{41656B78-883E-4366-BDCA-1747DBCDA524}" type="pres">
      <dgm:prSet presAssocID="{DFB0683D-EFC0-4976-A379-E13CCA5345EC}" presName="compNode" presStyleCnt="0"/>
      <dgm:spPr/>
    </dgm:pt>
    <dgm:pt modelId="{81539128-CFB0-445C-B38E-876053E52E1A}" type="pres">
      <dgm:prSet presAssocID="{DFB0683D-EFC0-4976-A379-E13CCA5345EC}" presName="bgRect" presStyleLbl="bgShp" presStyleIdx="1" presStyleCnt="4"/>
      <dgm:spPr/>
    </dgm:pt>
    <dgm:pt modelId="{4B884085-8654-4C3A-BD19-D5CA9A735D93}" type="pres">
      <dgm:prSet presAssocID="{DFB0683D-EFC0-4976-A379-E13CCA5345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D1ED757-0C3B-477B-830B-7276F08316F3}" type="pres">
      <dgm:prSet presAssocID="{DFB0683D-EFC0-4976-A379-E13CCA5345EC}" presName="spaceRect" presStyleCnt="0"/>
      <dgm:spPr/>
    </dgm:pt>
    <dgm:pt modelId="{12CAC53F-3920-458C-90B1-327A36C47D98}" type="pres">
      <dgm:prSet presAssocID="{DFB0683D-EFC0-4976-A379-E13CCA5345EC}" presName="parTx" presStyleLbl="revTx" presStyleIdx="1" presStyleCnt="4">
        <dgm:presLayoutVars>
          <dgm:chMax val="0"/>
          <dgm:chPref val="0"/>
        </dgm:presLayoutVars>
      </dgm:prSet>
      <dgm:spPr/>
    </dgm:pt>
    <dgm:pt modelId="{E938FCDD-C440-47D7-AB5C-367E855970F3}" type="pres">
      <dgm:prSet presAssocID="{E2DA893D-5CF0-43A1-9B36-8AEC9B87C852}" presName="sibTrans" presStyleCnt="0"/>
      <dgm:spPr/>
    </dgm:pt>
    <dgm:pt modelId="{A511708A-B49D-4621-83FA-FC47F9215FF0}" type="pres">
      <dgm:prSet presAssocID="{CF688992-F11F-401A-BE7F-D574888BC4A7}" presName="compNode" presStyleCnt="0"/>
      <dgm:spPr/>
    </dgm:pt>
    <dgm:pt modelId="{5C6D27A3-506E-49A4-AD83-A532B5173A67}" type="pres">
      <dgm:prSet presAssocID="{CF688992-F11F-401A-BE7F-D574888BC4A7}" presName="bgRect" presStyleLbl="bgShp" presStyleIdx="2" presStyleCnt="4"/>
      <dgm:spPr/>
    </dgm:pt>
    <dgm:pt modelId="{74E7A801-24E4-460E-87E5-3DA3F6801F65}" type="pres">
      <dgm:prSet presAssocID="{CF688992-F11F-401A-BE7F-D574888BC4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F7E9778A-2D03-43C4-8E15-51BAEE7CEE77}" type="pres">
      <dgm:prSet presAssocID="{CF688992-F11F-401A-BE7F-D574888BC4A7}" presName="spaceRect" presStyleCnt="0"/>
      <dgm:spPr/>
    </dgm:pt>
    <dgm:pt modelId="{F782E049-F197-4D95-87B6-4EA590CBD37B}" type="pres">
      <dgm:prSet presAssocID="{CF688992-F11F-401A-BE7F-D574888BC4A7}" presName="parTx" presStyleLbl="revTx" presStyleIdx="2" presStyleCnt="4">
        <dgm:presLayoutVars>
          <dgm:chMax val="0"/>
          <dgm:chPref val="0"/>
        </dgm:presLayoutVars>
      </dgm:prSet>
      <dgm:spPr/>
    </dgm:pt>
    <dgm:pt modelId="{036881B8-ABC3-44C6-9B1A-B36C6D31CDF0}" type="pres">
      <dgm:prSet presAssocID="{8BBCA896-316E-4BCA-A008-E7D853FCB362}" presName="sibTrans" presStyleCnt="0"/>
      <dgm:spPr/>
    </dgm:pt>
    <dgm:pt modelId="{ABF1B58C-F966-46ED-AFB8-38E6B88241DB}" type="pres">
      <dgm:prSet presAssocID="{88E39A2F-13B1-4A6E-A72A-A385592E970A}" presName="compNode" presStyleCnt="0"/>
      <dgm:spPr/>
    </dgm:pt>
    <dgm:pt modelId="{2750E293-080E-4D65-B695-FD198DE9FB7F}" type="pres">
      <dgm:prSet presAssocID="{88E39A2F-13B1-4A6E-A72A-A385592E970A}" presName="bgRect" presStyleLbl="bgShp" presStyleIdx="3" presStyleCnt="4"/>
      <dgm:spPr/>
    </dgm:pt>
    <dgm:pt modelId="{487F502A-CD19-42F6-A6E5-E0162AABC4FD}" type="pres">
      <dgm:prSet presAssocID="{88E39A2F-13B1-4A6E-A72A-A385592E97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CCF678D-E900-4887-99BA-233791905FFD}" type="pres">
      <dgm:prSet presAssocID="{88E39A2F-13B1-4A6E-A72A-A385592E970A}" presName="spaceRect" presStyleCnt="0"/>
      <dgm:spPr/>
    </dgm:pt>
    <dgm:pt modelId="{8BD9289D-CAC7-44F2-8579-3B6908186F0D}" type="pres">
      <dgm:prSet presAssocID="{88E39A2F-13B1-4A6E-A72A-A385592E970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CDF0622-A8A8-4B3F-9F07-8AFEA9ADF5CA}" srcId="{A49D1A87-EC6C-4E18-AE2E-FECC6379303A}" destId="{CF688992-F11F-401A-BE7F-D574888BC4A7}" srcOrd="2" destOrd="0" parTransId="{9C4F0751-4864-4BE0-806B-2BC33F4BB000}" sibTransId="{8BBCA896-316E-4BCA-A008-E7D853FCB362}"/>
    <dgm:cxn modelId="{0385D238-997D-493A-96E0-3D0B67E78D2D}" srcId="{A49D1A87-EC6C-4E18-AE2E-FECC6379303A}" destId="{93F4D52D-6DD2-4845-8BC5-17504152C3A5}" srcOrd="0" destOrd="0" parTransId="{50C83CAD-B7DE-4129-911D-824B3EFEA2CC}" sibTransId="{6A423108-22E6-4A33-9A7B-3714708DE0BD}"/>
    <dgm:cxn modelId="{45F5B743-CAB5-466C-87D8-48AC58EDEC7A}" type="presOf" srcId="{DFB0683D-EFC0-4976-A379-E13CCA5345EC}" destId="{12CAC53F-3920-458C-90B1-327A36C47D98}" srcOrd="0" destOrd="0" presId="urn:microsoft.com/office/officeart/2018/2/layout/IconVerticalSolidList"/>
    <dgm:cxn modelId="{60EA9648-2510-4B40-B68F-81CB58F39C6F}" type="presOf" srcId="{CF688992-F11F-401A-BE7F-D574888BC4A7}" destId="{F782E049-F197-4D95-87B6-4EA590CBD37B}" srcOrd="0" destOrd="0" presId="urn:microsoft.com/office/officeart/2018/2/layout/IconVerticalSolidList"/>
    <dgm:cxn modelId="{34986570-A40D-4466-9971-BF38225D00CD}" type="presOf" srcId="{88E39A2F-13B1-4A6E-A72A-A385592E970A}" destId="{8BD9289D-CAC7-44F2-8579-3B6908186F0D}" srcOrd="0" destOrd="0" presId="urn:microsoft.com/office/officeart/2018/2/layout/IconVerticalSolidList"/>
    <dgm:cxn modelId="{878F3B74-86C7-464A-B20A-E211D893929D}" srcId="{A49D1A87-EC6C-4E18-AE2E-FECC6379303A}" destId="{DFB0683D-EFC0-4976-A379-E13CCA5345EC}" srcOrd="1" destOrd="0" parTransId="{39F428E6-F982-4D42-964E-8CF548E872FE}" sibTransId="{E2DA893D-5CF0-43A1-9B36-8AEC9B87C852}"/>
    <dgm:cxn modelId="{46BE858B-7DF4-46D2-A330-5F0718D84FFE}" srcId="{A49D1A87-EC6C-4E18-AE2E-FECC6379303A}" destId="{88E39A2F-13B1-4A6E-A72A-A385592E970A}" srcOrd="3" destOrd="0" parTransId="{E57F138C-F735-4FD5-8531-114BC1A875B1}" sibTransId="{D4A6C47E-BFC5-4B98-84B2-D7A762E54CA8}"/>
    <dgm:cxn modelId="{60578BCC-913D-430D-AA1A-FB7F66F2FBBC}" type="presOf" srcId="{A49D1A87-EC6C-4E18-AE2E-FECC6379303A}" destId="{577C32AB-158B-45C8-BDD1-213B5D3FFFED}" srcOrd="0" destOrd="0" presId="urn:microsoft.com/office/officeart/2018/2/layout/IconVerticalSolidList"/>
    <dgm:cxn modelId="{3723CEE0-CAEC-4603-83ED-07E3A8F47B34}" type="presOf" srcId="{93F4D52D-6DD2-4845-8BC5-17504152C3A5}" destId="{55630D2C-ADFB-4F8A-AAAF-493CA6D4233D}" srcOrd="0" destOrd="0" presId="urn:microsoft.com/office/officeart/2018/2/layout/IconVerticalSolidList"/>
    <dgm:cxn modelId="{C9EE3DEC-9871-4352-9410-3939CF10B02A}" type="presParOf" srcId="{577C32AB-158B-45C8-BDD1-213B5D3FFFED}" destId="{82315469-E657-4726-9CE0-2D9B7F2B358D}" srcOrd="0" destOrd="0" presId="urn:microsoft.com/office/officeart/2018/2/layout/IconVerticalSolidList"/>
    <dgm:cxn modelId="{E029D016-C884-40D9-B543-725A34ACEA4F}" type="presParOf" srcId="{82315469-E657-4726-9CE0-2D9B7F2B358D}" destId="{0027D59E-3A28-4175-857B-97D4F9E8C80C}" srcOrd="0" destOrd="0" presId="urn:microsoft.com/office/officeart/2018/2/layout/IconVerticalSolidList"/>
    <dgm:cxn modelId="{A6904073-376E-4423-9B7C-1D51504491CC}" type="presParOf" srcId="{82315469-E657-4726-9CE0-2D9B7F2B358D}" destId="{B4B2E6F7-EB29-4EBF-AE1B-D61B3966DC4B}" srcOrd="1" destOrd="0" presId="urn:microsoft.com/office/officeart/2018/2/layout/IconVerticalSolidList"/>
    <dgm:cxn modelId="{3F3F542D-9F63-4ADB-B250-D494AEFE4BDA}" type="presParOf" srcId="{82315469-E657-4726-9CE0-2D9B7F2B358D}" destId="{EC7F8180-A355-484F-A674-77BFFEB1B0DD}" srcOrd="2" destOrd="0" presId="urn:microsoft.com/office/officeart/2018/2/layout/IconVerticalSolidList"/>
    <dgm:cxn modelId="{403F14B6-BA6A-44FB-8C68-BD05F5852F38}" type="presParOf" srcId="{82315469-E657-4726-9CE0-2D9B7F2B358D}" destId="{55630D2C-ADFB-4F8A-AAAF-493CA6D4233D}" srcOrd="3" destOrd="0" presId="urn:microsoft.com/office/officeart/2018/2/layout/IconVerticalSolidList"/>
    <dgm:cxn modelId="{10516159-409C-46BC-B996-A9AE11BF17EF}" type="presParOf" srcId="{577C32AB-158B-45C8-BDD1-213B5D3FFFED}" destId="{5A31037D-DFC7-4A6A-84B5-3BBF31BB586F}" srcOrd="1" destOrd="0" presId="urn:microsoft.com/office/officeart/2018/2/layout/IconVerticalSolidList"/>
    <dgm:cxn modelId="{31E7AB61-C225-40CC-8078-681BF63B4450}" type="presParOf" srcId="{577C32AB-158B-45C8-BDD1-213B5D3FFFED}" destId="{41656B78-883E-4366-BDCA-1747DBCDA524}" srcOrd="2" destOrd="0" presId="urn:microsoft.com/office/officeart/2018/2/layout/IconVerticalSolidList"/>
    <dgm:cxn modelId="{AA96FDA9-6641-41F7-AD95-2C4D9EB8924C}" type="presParOf" srcId="{41656B78-883E-4366-BDCA-1747DBCDA524}" destId="{81539128-CFB0-445C-B38E-876053E52E1A}" srcOrd="0" destOrd="0" presId="urn:microsoft.com/office/officeart/2018/2/layout/IconVerticalSolidList"/>
    <dgm:cxn modelId="{23AA057A-B5B0-4477-9A9F-4614C5D4B0D7}" type="presParOf" srcId="{41656B78-883E-4366-BDCA-1747DBCDA524}" destId="{4B884085-8654-4C3A-BD19-D5CA9A735D93}" srcOrd="1" destOrd="0" presId="urn:microsoft.com/office/officeart/2018/2/layout/IconVerticalSolidList"/>
    <dgm:cxn modelId="{7C3CB1BE-FDB4-4629-BA3E-AA9020F474B8}" type="presParOf" srcId="{41656B78-883E-4366-BDCA-1747DBCDA524}" destId="{8D1ED757-0C3B-477B-830B-7276F08316F3}" srcOrd="2" destOrd="0" presId="urn:microsoft.com/office/officeart/2018/2/layout/IconVerticalSolidList"/>
    <dgm:cxn modelId="{442D728D-54C3-44D4-BD99-D0C29A6EEEB0}" type="presParOf" srcId="{41656B78-883E-4366-BDCA-1747DBCDA524}" destId="{12CAC53F-3920-458C-90B1-327A36C47D98}" srcOrd="3" destOrd="0" presId="urn:microsoft.com/office/officeart/2018/2/layout/IconVerticalSolidList"/>
    <dgm:cxn modelId="{CDB01D9A-6E22-4559-B955-AD9D334A7F16}" type="presParOf" srcId="{577C32AB-158B-45C8-BDD1-213B5D3FFFED}" destId="{E938FCDD-C440-47D7-AB5C-367E855970F3}" srcOrd="3" destOrd="0" presId="urn:microsoft.com/office/officeart/2018/2/layout/IconVerticalSolidList"/>
    <dgm:cxn modelId="{9A55D35C-65EB-4E10-908E-ACA3E8E6D792}" type="presParOf" srcId="{577C32AB-158B-45C8-BDD1-213B5D3FFFED}" destId="{A511708A-B49D-4621-83FA-FC47F9215FF0}" srcOrd="4" destOrd="0" presId="urn:microsoft.com/office/officeart/2018/2/layout/IconVerticalSolidList"/>
    <dgm:cxn modelId="{05720E73-45C1-4977-8084-93A5CBAD840F}" type="presParOf" srcId="{A511708A-B49D-4621-83FA-FC47F9215FF0}" destId="{5C6D27A3-506E-49A4-AD83-A532B5173A67}" srcOrd="0" destOrd="0" presId="urn:microsoft.com/office/officeart/2018/2/layout/IconVerticalSolidList"/>
    <dgm:cxn modelId="{81FA6C09-5E06-419B-B788-6E92FC137BE2}" type="presParOf" srcId="{A511708A-B49D-4621-83FA-FC47F9215FF0}" destId="{74E7A801-24E4-460E-87E5-3DA3F6801F65}" srcOrd="1" destOrd="0" presId="urn:microsoft.com/office/officeart/2018/2/layout/IconVerticalSolidList"/>
    <dgm:cxn modelId="{1F31F157-F18E-4809-829D-653677A85127}" type="presParOf" srcId="{A511708A-B49D-4621-83FA-FC47F9215FF0}" destId="{F7E9778A-2D03-43C4-8E15-51BAEE7CEE77}" srcOrd="2" destOrd="0" presId="urn:microsoft.com/office/officeart/2018/2/layout/IconVerticalSolidList"/>
    <dgm:cxn modelId="{336C48E5-681A-4144-A81A-5C3D1B63A2AE}" type="presParOf" srcId="{A511708A-B49D-4621-83FA-FC47F9215FF0}" destId="{F782E049-F197-4D95-87B6-4EA590CBD37B}" srcOrd="3" destOrd="0" presId="urn:microsoft.com/office/officeart/2018/2/layout/IconVerticalSolidList"/>
    <dgm:cxn modelId="{5A0A1C50-3BA9-4B81-864D-ECF7369B557A}" type="presParOf" srcId="{577C32AB-158B-45C8-BDD1-213B5D3FFFED}" destId="{036881B8-ABC3-44C6-9B1A-B36C6D31CDF0}" srcOrd="5" destOrd="0" presId="urn:microsoft.com/office/officeart/2018/2/layout/IconVerticalSolidList"/>
    <dgm:cxn modelId="{DAFD950E-1A3D-4CD4-917E-A8EAA58E6B56}" type="presParOf" srcId="{577C32AB-158B-45C8-BDD1-213B5D3FFFED}" destId="{ABF1B58C-F966-46ED-AFB8-38E6B88241DB}" srcOrd="6" destOrd="0" presId="urn:microsoft.com/office/officeart/2018/2/layout/IconVerticalSolidList"/>
    <dgm:cxn modelId="{89194834-F70E-4B55-839C-B469514CCA43}" type="presParOf" srcId="{ABF1B58C-F966-46ED-AFB8-38E6B88241DB}" destId="{2750E293-080E-4D65-B695-FD198DE9FB7F}" srcOrd="0" destOrd="0" presId="urn:microsoft.com/office/officeart/2018/2/layout/IconVerticalSolidList"/>
    <dgm:cxn modelId="{73DB869B-4FC1-4EA0-BA5D-8A1135CAE0EB}" type="presParOf" srcId="{ABF1B58C-F966-46ED-AFB8-38E6B88241DB}" destId="{487F502A-CD19-42F6-A6E5-E0162AABC4FD}" srcOrd="1" destOrd="0" presId="urn:microsoft.com/office/officeart/2018/2/layout/IconVerticalSolidList"/>
    <dgm:cxn modelId="{469BF0C3-7AF1-4E02-B079-4808B2D57CA6}" type="presParOf" srcId="{ABF1B58C-F966-46ED-AFB8-38E6B88241DB}" destId="{7CCF678D-E900-4887-99BA-233791905FFD}" srcOrd="2" destOrd="0" presId="urn:microsoft.com/office/officeart/2018/2/layout/IconVerticalSolidList"/>
    <dgm:cxn modelId="{0D0BDC2D-6BCA-4596-AA7B-72EF5E6A1348}" type="presParOf" srcId="{ABF1B58C-F966-46ED-AFB8-38E6B88241DB}" destId="{8BD9289D-CAC7-44F2-8579-3B6908186F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B87D12-28FE-470F-AF6B-B1870C9E496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6652EA1-CE71-4B33-8511-2808DEFAA6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Atteinte des objectifs ?</a:t>
          </a:r>
        </a:p>
      </dgm:t>
    </dgm:pt>
    <dgm:pt modelId="{516BDE78-5FE0-45E4-93DC-91478521DEA6}" type="parTrans" cxnId="{0E59EDD7-13C7-4487-BF2B-DC65D585C2E3}">
      <dgm:prSet/>
      <dgm:spPr/>
      <dgm:t>
        <a:bodyPr/>
        <a:lstStyle/>
        <a:p>
          <a:endParaRPr lang="en-US"/>
        </a:p>
      </dgm:t>
    </dgm:pt>
    <dgm:pt modelId="{52E21787-CC1B-4149-9F09-73A0A5A2AB9E}" type="sibTrans" cxnId="{0E59EDD7-13C7-4487-BF2B-DC65D585C2E3}">
      <dgm:prSet/>
      <dgm:spPr/>
      <dgm:t>
        <a:bodyPr/>
        <a:lstStyle/>
        <a:p>
          <a:endParaRPr lang="en-US"/>
        </a:p>
      </dgm:t>
    </dgm:pt>
    <dgm:pt modelId="{474E6B9F-0593-4AE1-BA9A-D40BF1A537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Perspectives d'amélioration</a:t>
          </a:r>
        </a:p>
      </dgm:t>
    </dgm:pt>
    <dgm:pt modelId="{BDA01FDF-7545-413A-B63A-9403CD17429B}" type="parTrans" cxnId="{7C7F9531-6C07-4C90-9418-9CA86B206860}">
      <dgm:prSet/>
      <dgm:spPr/>
      <dgm:t>
        <a:bodyPr/>
        <a:lstStyle/>
        <a:p>
          <a:endParaRPr lang="en-US"/>
        </a:p>
      </dgm:t>
    </dgm:pt>
    <dgm:pt modelId="{6BB7FCC0-25B1-4235-A62A-9577ECE2EF7B}" type="sibTrans" cxnId="{7C7F9531-6C07-4C90-9418-9CA86B206860}">
      <dgm:prSet/>
      <dgm:spPr/>
      <dgm:t>
        <a:bodyPr/>
        <a:lstStyle/>
        <a:p>
          <a:endParaRPr lang="en-US"/>
        </a:p>
      </dgm:t>
    </dgm:pt>
    <dgm:pt modelId="{49343843-7E4F-4331-BAFE-B9C0D3B5E1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Recuit Simulé</a:t>
          </a:r>
        </a:p>
      </dgm:t>
    </dgm:pt>
    <dgm:pt modelId="{C292EE3C-FA3A-4949-AD2E-03B25F3DEE3D}" type="parTrans" cxnId="{78F31A4B-1ABB-4EEC-83F5-656D29DEB0E5}">
      <dgm:prSet/>
      <dgm:spPr/>
      <dgm:t>
        <a:bodyPr/>
        <a:lstStyle/>
        <a:p>
          <a:endParaRPr lang="en-US"/>
        </a:p>
      </dgm:t>
    </dgm:pt>
    <dgm:pt modelId="{4C6B6769-4774-4B40-9403-E0FCC849F6E1}" type="sibTrans" cxnId="{78F31A4B-1ABB-4EEC-83F5-656D29DEB0E5}">
      <dgm:prSet/>
      <dgm:spPr/>
      <dgm:t>
        <a:bodyPr/>
        <a:lstStyle/>
        <a:p>
          <a:endParaRPr lang="en-US"/>
        </a:p>
      </dgm:t>
    </dgm:pt>
    <dgm:pt modelId="{64901A0A-89E9-4A95-B844-42120B61C1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Méthode Tabou</a:t>
          </a:r>
        </a:p>
      </dgm:t>
    </dgm:pt>
    <dgm:pt modelId="{36078560-F490-46A5-8997-A91AF5D5146A}" type="parTrans" cxnId="{0ACCE196-DE61-409F-ADC5-F5D90CDC2B27}">
      <dgm:prSet/>
      <dgm:spPr/>
      <dgm:t>
        <a:bodyPr/>
        <a:lstStyle/>
        <a:p>
          <a:endParaRPr lang="en-US"/>
        </a:p>
      </dgm:t>
    </dgm:pt>
    <dgm:pt modelId="{04E269A3-EE4A-4C9C-8B2A-BB56E54B631D}" type="sibTrans" cxnId="{0ACCE196-DE61-409F-ADC5-F5D90CDC2B27}">
      <dgm:prSet/>
      <dgm:spPr/>
      <dgm:t>
        <a:bodyPr/>
        <a:lstStyle/>
        <a:p>
          <a:endParaRPr lang="en-US"/>
        </a:p>
      </dgm:t>
    </dgm:pt>
    <dgm:pt modelId="{106AD733-0CD4-436C-ACB5-7FF6D8318E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Amélioration des contraintes</a:t>
          </a:r>
        </a:p>
      </dgm:t>
    </dgm:pt>
    <dgm:pt modelId="{B4F293D9-AF4C-4259-9895-5C09329F8E11}" type="parTrans" cxnId="{E4AEF9A6-4238-45BA-9335-4B2D7C75B14A}">
      <dgm:prSet/>
      <dgm:spPr/>
      <dgm:t>
        <a:bodyPr/>
        <a:lstStyle/>
        <a:p>
          <a:endParaRPr lang="en-US"/>
        </a:p>
      </dgm:t>
    </dgm:pt>
    <dgm:pt modelId="{9E48E1B2-0A9F-4362-B3DD-C3EAA3B3BF23}" type="sibTrans" cxnId="{E4AEF9A6-4238-45BA-9335-4B2D7C75B14A}">
      <dgm:prSet/>
      <dgm:spPr/>
      <dgm:t>
        <a:bodyPr/>
        <a:lstStyle/>
        <a:p>
          <a:endParaRPr lang="en-US"/>
        </a:p>
      </dgm:t>
    </dgm:pt>
    <dgm:pt modelId="{9236E603-69CA-4F8C-9E69-FE80F537FC8B}" type="pres">
      <dgm:prSet presAssocID="{13B87D12-28FE-470F-AF6B-B1870C9E496F}" presName="root" presStyleCnt="0">
        <dgm:presLayoutVars>
          <dgm:dir/>
          <dgm:resizeHandles val="exact"/>
        </dgm:presLayoutVars>
      </dgm:prSet>
      <dgm:spPr/>
    </dgm:pt>
    <dgm:pt modelId="{74CFE288-C836-4B40-81D0-7D783EF2E546}" type="pres">
      <dgm:prSet presAssocID="{D6652EA1-CE71-4B33-8511-2808DEFAA683}" presName="compNode" presStyleCnt="0"/>
      <dgm:spPr/>
    </dgm:pt>
    <dgm:pt modelId="{AC5EFE4D-3A37-4FA5-BBF9-23FD1BFFB7DF}" type="pres">
      <dgm:prSet presAssocID="{D6652EA1-CE71-4B33-8511-2808DEFAA68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ble"/>
        </a:ext>
      </dgm:extLst>
    </dgm:pt>
    <dgm:pt modelId="{FDB3CD9B-1999-475B-9218-5A6160C65990}" type="pres">
      <dgm:prSet presAssocID="{D6652EA1-CE71-4B33-8511-2808DEFAA683}" presName="iconSpace" presStyleCnt="0"/>
      <dgm:spPr/>
    </dgm:pt>
    <dgm:pt modelId="{BFC20AC1-40E2-4628-A963-435B12C5EBF2}" type="pres">
      <dgm:prSet presAssocID="{D6652EA1-CE71-4B33-8511-2808DEFAA683}" presName="parTx" presStyleLbl="revTx" presStyleIdx="0" presStyleCnt="4">
        <dgm:presLayoutVars>
          <dgm:chMax val="0"/>
          <dgm:chPref val="0"/>
        </dgm:presLayoutVars>
      </dgm:prSet>
      <dgm:spPr/>
    </dgm:pt>
    <dgm:pt modelId="{28DDBA72-057C-466E-9E9D-864C66FA63E2}" type="pres">
      <dgm:prSet presAssocID="{D6652EA1-CE71-4B33-8511-2808DEFAA683}" presName="txSpace" presStyleCnt="0"/>
      <dgm:spPr/>
    </dgm:pt>
    <dgm:pt modelId="{61093F49-7030-46F8-BEA7-6F2175E7D012}" type="pres">
      <dgm:prSet presAssocID="{D6652EA1-CE71-4B33-8511-2808DEFAA683}" presName="desTx" presStyleLbl="revTx" presStyleIdx="1" presStyleCnt="4">
        <dgm:presLayoutVars/>
      </dgm:prSet>
      <dgm:spPr/>
    </dgm:pt>
    <dgm:pt modelId="{3DDBE2F1-947E-4401-9B96-6FC5212E54E3}" type="pres">
      <dgm:prSet presAssocID="{52E21787-CC1B-4149-9F09-73A0A5A2AB9E}" presName="sibTrans" presStyleCnt="0"/>
      <dgm:spPr/>
    </dgm:pt>
    <dgm:pt modelId="{AC7FA9F2-4D59-44F3-A936-17C957C944CB}" type="pres">
      <dgm:prSet presAssocID="{474E6B9F-0593-4AE1-BA9A-D40BF1A53780}" presName="compNode" presStyleCnt="0"/>
      <dgm:spPr/>
    </dgm:pt>
    <dgm:pt modelId="{4C68A4F1-075F-429F-8D74-F0D430AE5614}" type="pres">
      <dgm:prSet presAssocID="{474E6B9F-0593-4AE1-BA9A-D40BF1A5378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7F287591-6D73-41A9-B28F-2179AC9161F6}" type="pres">
      <dgm:prSet presAssocID="{474E6B9F-0593-4AE1-BA9A-D40BF1A53780}" presName="iconSpace" presStyleCnt="0"/>
      <dgm:spPr/>
    </dgm:pt>
    <dgm:pt modelId="{54CD1661-0035-4C29-8AF4-1310857B028C}" type="pres">
      <dgm:prSet presAssocID="{474E6B9F-0593-4AE1-BA9A-D40BF1A53780}" presName="parTx" presStyleLbl="revTx" presStyleIdx="2" presStyleCnt="4">
        <dgm:presLayoutVars>
          <dgm:chMax val="0"/>
          <dgm:chPref val="0"/>
        </dgm:presLayoutVars>
      </dgm:prSet>
      <dgm:spPr/>
    </dgm:pt>
    <dgm:pt modelId="{18B36A67-DF45-4FDD-973D-F05584AD5CB1}" type="pres">
      <dgm:prSet presAssocID="{474E6B9F-0593-4AE1-BA9A-D40BF1A53780}" presName="txSpace" presStyleCnt="0"/>
      <dgm:spPr/>
    </dgm:pt>
    <dgm:pt modelId="{13F15CE2-35B4-4671-913D-B24E312EB09B}" type="pres">
      <dgm:prSet presAssocID="{474E6B9F-0593-4AE1-BA9A-D40BF1A53780}" presName="desTx" presStyleLbl="revTx" presStyleIdx="3" presStyleCnt="4">
        <dgm:presLayoutVars/>
      </dgm:prSet>
      <dgm:spPr/>
    </dgm:pt>
  </dgm:ptLst>
  <dgm:cxnLst>
    <dgm:cxn modelId="{E1830100-55F9-6E4C-A025-416BB4CAAE8B}" type="presOf" srcId="{474E6B9F-0593-4AE1-BA9A-D40BF1A53780}" destId="{54CD1661-0035-4C29-8AF4-1310857B028C}" srcOrd="0" destOrd="0" presId="urn:microsoft.com/office/officeart/2018/2/layout/IconLabelDescriptionList"/>
    <dgm:cxn modelId="{7C7F9531-6C07-4C90-9418-9CA86B206860}" srcId="{13B87D12-28FE-470F-AF6B-B1870C9E496F}" destId="{474E6B9F-0593-4AE1-BA9A-D40BF1A53780}" srcOrd="1" destOrd="0" parTransId="{BDA01FDF-7545-413A-B63A-9403CD17429B}" sibTransId="{6BB7FCC0-25B1-4235-A62A-9577ECE2EF7B}"/>
    <dgm:cxn modelId="{F9D45140-96DA-9941-A39D-6465B414D989}" type="presOf" srcId="{13B87D12-28FE-470F-AF6B-B1870C9E496F}" destId="{9236E603-69CA-4F8C-9E69-FE80F537FC8B}" srcOrd="0" destOrd="0" presId="urn:microsoft.com/office/officeart/2018/2/layout/IconLabelDescriptionList"/>
    <dgm:cxn modelId="{78F31A4B-1ABB-4EEC-83F5-656D29DEB0E5}" srcId="{474E6B9F-0593-4AE1-BA9A-D40BF1A53780}" destId="{49343843-7E4F-4331-BAFE-B9C0D3B5E11A}" srcOrd="0" destOrd="0" parTransId="{C292EE3C-FA3A-4949-AD2E-03B25F3DEE3D}" sibTransId="{4C6B6769-4774-4B40-9403-E0FCC849F6E1}"/>
    <dgm:cxn modelId="{DD637B64-4F9C-5345-8D71-82FB962CA80A}" type="presOf" srcId="{49343843-7E4F-4331-BAFE-B9C0D3B5E11A}" destId="{13F15CE2-35B4-4671-913D-B24E312EB09B}" srcOrd="0" destOrd="0" presId="urn:microsoft.com/office/officeart/2018/2/layout/IconLabelDescriptionList"/>
    <dgm:cxn modelId="{88C14B7F-4013-7F41-A9BF-3C8A615DB507}" type="presOf" srcId="{106AD733-0CD4-436C-ACB5-7FF6D8318E08}" destId="{13F15CE2-35B4-4671-913D-B24E312EB09B}" srcOrd="0" destOrd="2" presId="urn:microsoft.com/office/officeart/2018/2/layout/IconLabelDescriptionList"/>
    <dgm:cxn modelId="{2771978C-8962-3643-BCA1-0101F52D4B48}" type="presOf" srcId="{D6652EA1-CE71-4B33-8511-2808DEFAA683}" destId="{BFC20AC1-40E2-4628-A963-435B12C5EBF2}" srcOrd="0" destOrd="0" presId="urn:microsoft.com/office/officeart/2018/2/layout/IconLabelDescriptionList"/>
    <dgm:cxn modelId="{0ACCE196-DE61-409F-ADC5-F5D90CDC2B27}" srcId="{474E6B9F-0593-4AE1-BA9A-D40BF1A53780}" destId="{64901A0A-89E9-4A95-B844-42120B61C121}" srcOrd="1" destOrd="0" parTransId="{36078560-F490-46A5-8997-A91AF5D5146A}" sibTransId="{04E269A3-EE4A-4C9C-8B2A-BB56E54B631D}"/>
    <dgm:cxn modelId="{E4AEF9A6-4238-45BA-9335-4B2D7C75B14A}" srcId="{474E6B9F-0593-4AE1-BA9A-D40BF1A53780}" destId="{106AD733-0CD4-436C-ACB5-7FF6D8318E08}" srcOrd="2" destOrd="0" parTransId="{B4F293D9-AF4C-4259-9895-5C09329F8E11}" sibTransId="{9E48E1B2-0A9F-4362-B3DD-C3EAA3B3BF23}"/>
    <dgm:cxn modelId="{0E59EDD7-13C7-4487-BF2B-DC65D585C2E3}" srcId="{13B87D12-28FE-470F-AF6B-B1870C9E496F}" destId="{D6652EA1-CE71-4B33-8511-2808DEFAA683}" srcOrd="0" destOrd="0" parTransId="{516BDE78-5FE0-45E4-93DC-91478521DEA6}" sibTransId="{52E21787-CC1B-4149-9F09-73A0A5A2AB9E}"/>
    <dgm:cxn modelId="{C8A771E9-6922-A143-A4DE-3670D8AA99F9}" type="presOf" srcId="{64901A0A-89E9-4A95-B844-42120B61C121}" destId="{13F15CE2-35B4-4671-913D-B24E312EB09B}" srcOrd="0" destOrd="1" presId="urn:microsoft.com/office/officeart/2018/2/layout/IconLabelDescriptionList"/>
    <dgm:cxn modelId="{ABEBB60D-B208-EC41-9315-B32EE348644F}" type="presParOf" srcId="{9236E603-69CA-4F8C-9E69-FE80F537FC8B}" destId="{74CFE288-C836-4B40-81D0-7D783EF2E546}" srcOrd="0" destOrd="0" presId="urn:microsoft.com/office/officeart/2018/2/layout/IconLabelDescriptionList"/>
    <dgm:cxn modelId="{3DAF0E8D-3782-1B45-A3B2-4447B4B42E95}" type="presParOf" srcId="{74CFE288-C836-4B40-81D0-7D783EF2E546}" destId="{AC5EFE4D-3A37-4FA5-BBF9-23FD1BFFB7DF}" srcOrd="0" destOrd="0" presId="urn:microsoft.com/office/officeart/2018/2/layout/IconLabelDescriptionList"/>
    <dgm:cxn modelId="{3A9A9877-A1E5-5D46-858B-5E4542471D24}" type="presParOf" srcId="{74CFE288-C836-4B40-81D0-7D783EF2E546}" destId="{FDB3CD9B-1999-475B-9218-5A6160C65990}" srcOrd="1" destOrd="0" presId="urn:microsoft.com/office/officeart/2018/2/layout/IconLabelDescriptionList"/>
    <dgm:cxn modelId="{329F4565-458F-1745-9AC8-50DE45D4825D}" type="presParOf" srcId="{74CFE288-C836-4B40-81D0-7D783EF2E546}" destId="{BFC20AC1-40E2-4628-A963-435B12C5EBF2}" srcOrd="2" destOrd="0" presId="urn:microsoft.com/office/officeart/2018/2/layout/IconLabelDescriptionList"/>
    <dgm:cxn modelId="{63309444-6F8E-1848-8DA5-362BBC5771A1}" type="presParOf" srcId="{74CFE288-C836-4B40-81D0-7D783EF2E546}" destId="{28DDBA72-057C-466E-9E9D-864C66FA63E2}" srcOrd="3" destOrd="0" presId="urn:microsoft.com/office/officeart/2018/2/layout/IconLabelDescriptionList"/>
    <dgm:cxn modelId="{DE93EDC8-3D1B-A044-ADD8-127C4CF96F08}" type="presParOf" srcId="{74CFE288-C836-4B40-81D0-7D783EF2E546}" destId="{61093F49-7030-46F8-BEA7-6F2175E7D012}" srcOrd="4" destOrd="0" presId="urn:microsoft.com/office/officeart/2018/2/layout/IconLabelDescriptionList"/>
    <dgm:cxn modelId="{A3827BE8-1652-5347-B061-36AE367D49E9}" type="presParOf" srcId="{9236E603-69CA-4F8C-9E69-FE80F537FC8B}" destId="{3DDBE2F1-947E-4401-9B96-6FC5212E54E3}" srcOrd="1" destOrd="0" presId="urn:microsoft.com/office/officeart/2018/2/layout/IconLabelDescriptionList"/>
    <dgm:cxn modelId="{D2A91B15-0D90-CA4D-87D6-A03CD81231E7}" type="presParOf" srcId="{9236E603-69CA-4F8C-9E69-FE80F537FC8B}" destId="{AC7FA9F2-4D59-44F3-A936-17C957C944CB}" srcOrd="2" destOrd="0" presId="urn:microsoft.com/office/officeart/2018/2/layout/IconLabelDescriptionList"/>
    <dgm:cxn modelId="{EC108D3C-6BE0-2546-923D-4D74B74F9849}" type="presParOf" srcId="{AC7FA9F2-4D59-44F3-A936-17C957C944CB}" destId="{4C68A4F1-075F-429F-8D74-F0D430AE5614}" srcOrd="0" destOrd="0" presId="urn:microsoft.com/office/officeart/2018/2/layout/IconLabelDescriptionList"/>
    <dgm:cxn modelId="{484A0244-F991-AB4C-BF5A-3137F4A397C6}" type="presParOf" srcId="{AC7FA9F2-4D59-44F3-A936-17C957C944CB}" destId="{7F287591-6D73-41A9-B28F-2179AC9161F6}" srcOrd="1" destOrd="0" presId="urn:microsoft.com/office/officeart/2018/2/layout/IconLabelDescriptionList"/>
    <dgm:cxn modelId="{D2856137-CAB1-3C40-945B-945A68A059E9}" type="presParOf" srcId="{AC7FA9F2-4D59-44F3-A936-17C957C944CB}" destId="{54CD1661-0035-4C29-8AF4-1310857B028C}" srcOrd="2" destOrd="0" presId="urn:microsoft.com/office/officeart/2018/2/layout/IconLabelDescriptionList"/>
    <dgm:cxn modelId="{72568C95-3F2B-C942-AC46-7F54BA289186}" type="presParOf" srcId="{AC7FA9F2-4D59-44F3-A936-17C957C944CB}" destId="{18B36A67-DF45-4FDD-973D-F05584AD5CB1}" srcOrd="3" destOrd="0" presId="urn:microsoft.com/office/officeart/2018/2/layout/IconLabelDescriptionList"/>
    <dgm:cxn modelId="{42874FB8-D101-CE48-A1BC-980FFC17B9F3}" type="presParOf" srcId="{AC7FA9F2-4D59-44F3-A936-17C957C944CB}" destId="{13F15CE2-35B4-4671-913D-B24E312EB09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06B7A2-3C96-472E-A520-E7327DFD819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F15A067-B371-4BAE-9142-D6B2CB60916F}">
      <dgm:prSet/>
      <dgm:spPr/>
      <dgm:t>
        <a:bodyPr/>
        <a:lstStyle/>
        <a:p>
          <a:pPr>
            <a:defRPr cap="all"/>
          </a:pPr>
          <a:r>
            <a:rPr lang="en-US"/>
            <a:t>Compétences en gestion de projet</a:t>
          </a:r>
        </a:p>
      </dgm:t>
    </dgm:pt>
    <dgm:pt modelId="{14CF5EFE-A73D-4083-8687-B5BFFF7717A2}" type="parTrans" cxnId="{5D820EC7-7BBD-465D-A0A6-2D08BD2B9C7A}">
      <dgm:prSet/>
      <dgm:spPr/>
      <dgm:t>
        <a:bodyPr/>
        <a:lstStyle/>
        <a:p>
          <a:endParaRPr lang="en-US"/>
        </a:p>
      </dgm:t>
    </dgm:pt>
    <dgm:pt modelId="{38372410-87A2-4D26-A5A6-B8353A7DE9E3}" type="sibTrans" cxnId="{5D820EC7-7BBD-465D-A0A6-2D08BD2B9C7A}">
      <dgm:prSet/>
      <dgm:spPr/>
      <dgm:t>
        <a:bodyPr/>
        <a:lstStyle/>
        <a:p>
          <a:endParaRPr lang="en-US"/>
        </a:p>
      </dgm:t>
    </dgm:pt>
    <dgm:pt modelId="{90F7C5F5-DD49-4E8E-A2CC-27FD97B7AB59}">
      <dgm:prSet/>
      <dgm:spPr/>
      <dgm:t>
        <a:bodyPr/>
        <a:lstStyle/>
        <a:p>
          <a:pPr>
            <a:defRPr cap="all"/>
          </a:pPr>
          <a:r>
            <a:rPr lang="en-US"/>
            <a:t>Travail d'équipe</a:t>
          </a:r>
        </a:p>
      </dgm:t>
    </dgm:pt>
    <dgm:pt modelId="{A834665E-6688-408A-A4F6-D0C61C5EA718}" type="parTrans" cxnId="{0D990943-CC20-454F-8F12-021522BD3790}">
      <dgm:prSet/>
      <dgm:spPr/>
      <dgm:t>
        <a:bodyPr/>
        <a:lstStyle/>
        <a:p>
          <a:endParaRPr lang="en-US"/>
        </a:p>
      </dgm:t>
    </dgm:pt>
    <dgm:pt modelId="{D6A55276-0FD7-4BBB-94A8-E1BBDCD2E744}" type="sibTrans" cxnId="{0D990943-CC20-454F-8F12-021522BD3790}">
      <dgm:prSet/>
      <dgm:spPr/>
      <dgm:t>
        <a:bodyPr/>
        <a:lstStyle/>
        <a:p>
          <a:endParaRPr lang="en-US"/>
        </a:p>
      </dgm:t>
    </dgm:pt>
    <dgm:pt modelId="{04EFCA2C-2173-4F89-8561-8901AEA6BBF9}">
      <dgm:prSet/>
      <dgm:spPr/>
      <dgm:t>
        <a:bodyPr/>
        <a:lstStyle/>
        <a:p>
          <a:pPr>
            <a:defRPr cap="all"/>
          </a:pPr>
          <a:r>
            <a:rPr lang="en-US"/>
            <a:t>Modules python (matplotlib/jinja2)</a:t>
          </a:r>
        </a:p>
      </dgm:t>
    </dgm:pt>
    <dgm:pt modelId="{1B7105A0-0FFE-4586-842C-D191E12AE269}" type="parTrans" cxnId="{B5C11F31-93C0-470F-8F68-D9866219875B}">
      <dgm:prSet/>
      <dgm:spPr/>
      <dgm:t>
        <a:bodyPr/>
        <a:lstStyle/>
        <a:p>
          <a:endParaRPr lang="en-US"/>
        </a:p>
      </dgm:t>
    </dgm:pt>
    <dgm:pt modelId="{ED77A8E1-3C1E-4C8E-AD30-1B102901AA9D}" type="sibTrans" cxnId="{B5C11F31-93C0-470F-8F68-D9866219875B}">
      <dgm:prSet/>
      <dgm:spPr/>
      <dgm:t>
        <a:bodyPr/>
        <a:lstStyle/>
        <a:p>
          <a:endParaRPr lang="en-US"/>
        </a:p>
      </dgm:t>
    </dgm:pt>
    <dgm:pt modelId="{E66071E5-55E7-4954-9FD4-9AA995C7601E}">
      <dgm:prSet/>
      <dgm:spPr/>
      <dgm:t>
        <a:bodyPr/>
        <a:lstStyle/>
        <a:p>
          <a:pPr>
            <a:defRPr cap="all"/>
          </a:pPr>
          <a:r>
            <a:rPr lang="en-US"/>
            <a:t>Méta-heuristiques</a:t>
          </a:r>
        </a:p>
      </dgm:t>
    </dgm:pt>
    <dgm:pt modelId="{F788BE57-F1F2-4A0D-ADF0-966F11031684}" type="parTrans" cxnId="{614F6B5A-7442-4B08-AA77-4384D1B22CEA}">
      <dgm:prSet/>
      <dgm:spPr/>
      <dgm:t>
        <a:bodyPr/>
        <a:lstStyle/>
        <a:p>
          <a:endParaRPr lang="en-US"/>
        </a:p>
      </dgm:t>
    </dgm:pt>
    <dgm:pt modelId="{A9D43424-3746-42B9-906E-9FCC34A38B93}" type="sibTrans" cxnId="{614F6B5A-7442-4B08-AA77-4384D1B22CEA}">
      <dgm:prSet/>
      <dgm:spPr/>
      <dgm:t>
        <a:bodyPr/>
        <a:lstStyle/>
        <a:p>
          <a:endParaRPr lang="en-US"/>
        </a:p>
      </dgm:t>
    </dgm:pt>
    <dgm:pt modelId="{519DC9FB-F733-4444-B171-6E2C8BE41C65}">
      <dgm:prSet/>
      <dgm:spPr/>
      <dgm:t>
        <a:bodyPr/>
        <a:lstStyle/>
        <a:p>
          <a:pPr>
            <a:defRPr cap="all"/>
          </a:pPr>
          <a:r>
            <a:rPr lang="en-US"/>
            <a:t>Développement web (architecture site + serveur)</a:t>
          </a:r>
        </a:p>
      </dgm:t>
    </dgm:pt>
    <dgm:pt modelId="{BA3B23DF-81CB-4FBA-A9E9-BD9E2BBE3B6B}" type="parTrans" cxnId="{1250DB6D-06A7-4F29-8969-878FF0BBA735}">
      <dgm:prSet/>
      <dgm:spPr/>
      <dgm:t>
        <a:bodyPr/>
        <a:lstStyle/>
        <a:p>
          <a:endParaRPr lang="en-US"/>
        </a:p>
      </dgm:t>
    </dgm:pt>
    <dgm:pt modelId="{CBE5C47F-7976-4D2F-BEA1-8BB7706415A5}" type="sibTrans" cxnId="{1250DB6D-06A7-4F29-8969-878FF0BBA735}">
      <dgm:prSet/>
      <dgm:spPr/>
      <dgm:t>
        <a:bodyPr/>
        <a:lstStyle/>
        <a:p>
          <a:endParaRPr lang="en-US"/>
        </a:p>
      </dgm:t>
    </dgm:pt>
    <dgm:pt modelId="{56BC4C36-A2CF-4CA1-A471-9BFFE493C416}" type="pres">
      <dgm:prSet presAssocID="{A206B7A2-3C96-472E-A520-E7327DFD8192}" presName="root" presStyleCnt="0">
        <dgm:presLayoutVars>
          <dgm:dir/>
          <dgm:resizeHandles val="exact"/>
        </dgm:presLayoutVars>
      </dgm:prSet>
      <dgm:spPr/>
    </dgm:pt>
    <dgm:pt modelId="{4A21612B-FB52-4A9F-88A9-0985C1BEE909}" type="pres">
      <dgm:prSet presAssocID="{1F15A067-B371-4BAE-9142-D6B2CB60916F}" presName="compNode" presStyleCnt="0"/>
      <dgm:spPr/>
    </dgm:pt>
    <dgm:pt modelId="{CBC054C3-9F92-430F-9EEB-E91005768A67}" type="pres">
      <dgm:prSet presAssocID="{1F15A067-B371-4BAE-9142-D6B2CB60916F}" presName="iconBgRect" presStyleLbl="bgShp" presStyleIdx="0" presStyleCnt="5"/>
      <dgm:spPr/>
    </dgm:pt>
    <dgm:pt modelId="{4B8829E0-3190-416F-9DF2-649A18E6F74E}" type="pres">
      <dgm:prSet presAssocID="{1F15A067-B371-4BAE-9142-D6B2CB60916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E062F8E-03A1-4081-A80F-EDD3DB0FAAD5}" type="pres">
      <dgm:prSet presAssocID="{1F15A067-B371-4BAE-9142-D6B2CB60916F}" presName="spaceRect" presStyleCnt="0"/>
      <dgm:spPr/>
    </dgm:pt>
    <dgm:pt modelId="{D84B5428-A278-44FC-BACC-B8651E70E6B7}" type="pres">
      <dgm:prSet presAssocID="{1F15A067-B371-4BAE-9142-D6B2CB60916F}" presName="textRect" presStyleLbl="revTx" presStyleIdx="0" presStyleCnt="5">
        <dgm:presLayoutVars>
          <dgm:chMax val="1"/>
          <dgm:chPref val="1"/>
        </dgm:presLayoutVars>
      </dgm:prSet>
      <dgm:spPr/>
    </dgm:pt>
    <dgm:pt modelId="{4BCFD4D8-4C2F-4299-A288-C07E24E72F63}" type="pres">
      <dgm:prSet presAssocID="{38372410-87A2-4D26-A5A6-B8353A7DE9E3}" presName="sibTrans" presStyleCnt="0"/>
      <dgm:spPr/>
    </dgm:pt>
    <dgm:pt modelId="{CA94903E-96EB-4180-88CD-8CF7A171280B}" type="pres">
      <dgm:prSet presAssocID="{90F7C5F5-DD49-4E8E-A2CC-27FD97B7AB59}" presName="compNode" presStyleCnt="0"/>
      <dgm:spPr/>
    </dgm:pt>
    <dgm:pt modelId="{04FE453B-02B5-4255-AAED-1D26A34CC36D}" type="pres">
      <dgm:prSet presAssocID="{90F7C5F5-DD49-4E8E-A2CC-27FD97B7AB59}" presName="iconBgRect" presStyleLbl="bgShp" presStyleIdx="1" presStyleCnt="5"/>
      <dgm:spPr/>
    </dgm:pt>
    <dgm:pt modelId="{C7B7E462-97CC-4287-9CA6-FD80D190A47C}" type="pres">
      <dgm:prSet presAssocID="{90F7C5F5-DD49-4E8E-A2CC-27FD97B7AB5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0E9A6145-3A2F-422D-8D74-CC53FB823D42}" type="pres">
      <dgm:prSet presAssocID="{90F7C5F5-DD49-4E8E-A2CC-27FD97B7AB59}" presName="spaceRect" presStyleCnt="0"/>
      <dgm:spPr/>
    </dgm:pt>
    <dgm:pt modelId="{62F136C5-495A-46A6-B457-C059EF73499F}" type="pres">
      <dgm:prSet presAssocID="{90F7C5F5-DD49-4E8E-A2CC-27FD97B7AB59}" presName="textRect" presStyleLbl="revTx" presStyleIdx="1" presStyleCnt="5">
        <dgm:presLayoutVars>
          <dgm:chMax val="1"/>
          <dgm:chPref val="1"/>
        </dgm:presLayoutVars>
      </dgm:prSet>
      <dgm:spPr/>
    </dgm:pt>
    <dgm:pt modelId="{B823ECD9-C8A2-4E52-932F-2E266D2B6C62}" type="pres">
      <dgm:prSet presAssocID="{D6A55276-0FD7-4BBB-94A8-E1BBDCD2E744}" presName="sibTrans" presStyleCnt="0"/>
      <dgm:spPr/>
    </dgm:pt>
    <dgm:pt modelId="{F4D90667-D04B-4F2D-8CFA-94B530ED3046}" type="pres">
      <dgm:prSet presAssocID="{04EFCA2C-2173-4F89-8561-8901AEA6BBF9}" presName="compNode" presStyleCnt="0"/>
      <dgm:spPr/>
    </dgm:pt>
    <dgm:pt modelId="{B69775EB-99E5-4188-A799-A5FB849AA273}" type="pres">
      <dgm:prSet presAssocID="{04EFCA2C-2173-4F89-8561-8901AEA6BBF9}" presName="iconBgRect" presStyleLbl="bgShp" presStyleIdx="2" presStyleCnt="5"/>
      <dgm:spPr/>
    </dgm:pt>
    <dgm:pt modelId="{4DCDEC2F-CB66-49FD-9041-88F288D8FD49}" type="pres">
      <dgm:prSet presAssocID="{04EFCA2C-2173-4F89-8561-8901AEA6BBF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3A79BEB5-AA5C-43A8-86F0-FA7F7210BDBE}" type="pres">
      <dgm:prSet presAssocID="{04EFCA2C-2173-4F89-8561-8901AEA6BBF9}" presName="spaceRect" presStyleCnt="0"/>
      <dgm:spPr/>
    </dgm:pt>
    <dgm:pt modelId="{9C35606F-FD27-4B3B-AFF5-AD79144C2058}" type="pres">
      <dgm:prSet presAssocID="{04EFCA2C-2173-4F89-8561-8901AEA6BBF9}" presName="textRect" presStyleLbl="revTx" presStyleIdx="2" presStyleCnt="5">
        <dgm:presLayoutVars>
          <dgm:chMax val="1"/>
          <dgm:chPref val="1"/>
        </dgm:presLayoutVars>
      </dgm:prSet>
      <dgm:spPr/>
    </dgm:pt>
    <dgm:pt modelId="{A48979D2-87CB-4172-AB2C-ACC2685EC0EA}" type="pres">
      <dgm:prSet presAssocID="{ED77A8E1-3C1E-4C8E-AD30-1B102901AA9D}" presName="sibTrans" presStyleCnt="0"/>
      <dgm:spPr/>
    </dgm:pt>
    <dgm:pt modelId="{9E024A40-8DA8-4CD3-AFB0-C61484310A64}" type="pres">
      <dgm:prSet presAssocID="{E66071E5-55E7-4954-9FD4-9AA995C7601E}" presName="compNode" presStyleCnt="0"/>
      <dgm:spPr/>
    </dgm:pt>
    <dgm:pt modelId="{23CA23C0-59A1-49ED-8A29-1F43E12AC7F9}" type="pres">
      <dgm:prSet presAssocID="{E66071E5-55E7-4954-9FD4-9AA995C7601E}" presName="iconBgRect" presStyleLbl="bgShp" presStyleIdx="3" presStyleCnt="5"/>
      <dgm:spPr/>
    </dgm:pt>
    <dgm:pt modelId="{E3C41403-2D0C-458B-8A09-7E1BB4C4B895}" type="pres">
      <dgm:prSet presAssocID="{E66071E5-55E7-4954-9FD4-9AA995C7601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F082CE48-3B10-46BB-A7FD-73FE43701A0F}" type="pres">
      <dgm:prSet presAssocID="{E66071E5-55E7-4954-9FD4-9AA995C7601E}" presName="spaceRect" presStyleCnt="0"/>
      <dgm:spPr/>
    </dgm:pt>
    <dgm:pt modelId="{11D99FE8-01AC-4C3B-AA13-303B71EA3CD0}" type="pres">
      <dgm:prSet presAssocID="{E66071E5-55E7-4954-9FD4-9AA995C7601E}" presName="textRect" presStyleLbl="revTx" presStyleIdx="3" presStyleCnt="5">
        <dgm:presLayoutVars>
          <dgm:chMax val="1"/>
          <dgm:chPref val="1"/>
        </dgm:presLayoutVars>
      </dgm:prSet>
      <dgm:spPr/>
    </dgm:pt>
    <dgm:pt modelId="{D85AEE3F-D983-4C16-957B-7BBBE96411DC}" type="pres">
      <dgm:prSet presAssocID="{A9D43424-3746-42B9-906E-9FCC34A38B93}" presName="sibTrans" presStyleCnt="0"/>
      <dgm:spPr/>
    </dgm:pt>
    <dgm:pt modelId="{5E1668D2-6D2B-46FF-8832-26056EB2DDB3}" type="pres">
      <dgm:prSet presAssocID="{519DC9FB-F733-4444-B171-6E2C8BE41C65}" presName="compNode" presStyleCnt="0"/>
      <dgm:spPr/>
    </dgm:pt>
    <dgm:pt modelId="{73FB75D9-4FCE-4AD5-8D5F-F08E1AD56EC7}" type="pres">
      <dgm:prSet presAssocID="{519DC9FB-F733-4444-B171-6E2C8BE41C65}" presName="iconBgRect" presStyleLbl="bgShp" presStyleIdx="4" presStyleCnt="5"/>
      <dgm:spPr/>
    </dgm:pt>
    <dgm:pt modelId="{58BEEF51-59A7-4D15-AB4B-2ED877CA60C3}" type="pres">
      <dgm:prSet presAssocID="{519DC9FB-F733-4444-B171-6E2C8BE41C6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44981862-3150-43D5-8785-97A5F1A0702A}" type="pres">
      <dgm:prSet presAssocID="{519DC9FB-F733-4444-B171-6E2C8BE41C65}" presName="spaceRect" presStyleCnt="0"/>
      <dgm:spPr/>
    </dgm:pt>
    <dgm:pt modelId="{FAFB10DB-C9DC-4839-9EC4-99E498D510C8}" type="pres">
      <dgm:prSet presAssocID="{519DC9FB-F733-4444-B171-6E2C8BE41C6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5C11F31-93C0-470F-8F68-D9866219875B}" srcId="{A206B7A2-3C96-472E-A520-E7327DFD8192}" destId="{04EFCA2C-2173-4F89-8561-8901AEA6BBF9}" srcOrd="2" destOrd="0" parTransId="{1B7105A0-0FFE-4586-842C-D191E12AE269}" sibTransId="{ED77A8E1-3C1E-4C8E-AD30-1B102901AA9D}"/>
    <dgm:cxn modelId="{0D990943-CC20-454F-8F12-021522BD3790}" srcId="{A206B7A2-3C96-472E-A520-E7327DFD8192}" destId="{90F7C5F5-DD49-4E8E-A2CC-27FD97B7AB59}" srcOrd="1" destOrd="0" parTransId="{A834665E-6688-408A-A4F6-D0C61C5EA718}" sibTransId="{D6A55276-0FD7-4BBB-94A8-E1BBDCD2E744}"/>
    <dgm:cxn modelId="{5D06A048-D3E0-4B2C-BBD3-DCCAFE91C98A}" type="presOf" srcId="{E66071E5-55E7-4954-9FD4-9AA995C7601E}" destId="{11D99FE8-01AC-4C3B-AA13-303B71EA3CD0}" srcOrd="0" destOrd="0" presId="urn:microsoft.com/office/officeart/2018/5/layout/IconCircleLabelList"/>
    <dgm:cxn modelId="{614F6B5A-7442-4B08-AA77-4384D1B22CEA}" srcId="{A206B7A2-3C96-472E-A520-E7327DFD8192}" destId="{E66071E5-55E7-4954-9FD4-9AA995C7601E}" srcOrd="3" destOrd="0" parTransId="{F788BE57-F1F2-4A0D-ADF0-966F11031684}" sibTransId="{A9D43424-3746-42B9-906E-9FCC34A38B93}"/>
    <dgm:cxn modelId="{1250DB6D-06A7-4F29-8969-878FF0BBA735}" srcId="{A206B7A2-3C96-472E-A520-E7327DFD8192}" destId="{519DC9FB-F733-4444-B171-6E2C8BE41C65}" srcOrd="4" destOrd="0" parTransId="{BA3B23DF-81CB-4FBA-A9E9-BD9E2BBE3B6B}" sibTransId="{CBE5C47F-7976-4D2F-BEA1-8BB7706415A5}"/>
    <dgm:cxn modelId="{750F2BB2-1120-4A15-85B7-BE87F72E9E6B}" type="presOf" srcId="{1F15A067-B371-4BAE-9142-D6B2CB60916F}" destId="{D84B5428-A278-44FC-BACC-B8651E70E6B7}" srcOrd="0" destOrd="0" presId="urn:microsoft.com/office/officeart/2018/5/layout/IconCircleLabelList"/>
    <dgm:cxn modelId="{33D135B5-E67C-4AB8-93B1-2D92C1A8367E}" type="presOf" srcId="{04EFCA2C-2173-4F89-8561-8901AEA6BBF9}" destId="{9C35606F-FD27-4B3B-AFF5-AD79144C2058}" srcOrd="0" destOrd="0" presId="urn:microsoft.com/office/officeart/2018/5/layout/IconCircleLabelList"/>
    <dgm:cxn modelId="{6CCED6B7-2FB8-4479-858A-C3EB8B4C0F24}" type="presOf" srcId="{A206B7A2-3C96-472E-A520-E7327DFD8192}" destId="{56BC4C36-A2CF-4CA1-A471-9BFFE493C416}" srcOrd="0" destOrd="0" presId="urn:microsoft.com/office/officeart/2018/5/layout/IconCircleLabelList"/>
    <dgm:cxn modelId="{234B35BD-3958-447D-9D5A-1A9ACDD03833}" type="presOf" srcId="{90F7C5F5-DD49-4E8E-A2CC-27FD97B7AB59}" destId="{62F136C5-495A-46A6-B457-C059EF73499F}" srcOrd="0" destOrd="0" presId="urn:microsoft.com/office/officeart/2018/5/layout/IconCircleLabelList"/>
    <dgm:cxn modelId="{B3D1D8BF-4848-4891-ADBD-B587581ACA6B}" type="presOf" srcId="{519DC9FB-F733-4444-B171-6E2C8BE41C65}" destId="{FAFB10DB-C9DC-4839-9EC4-99E498D510C8}" srcOrd="0" destOrd="0" presId="urn:microsoft.com/office/officeart/2018/5/layout/IconCircleLabelList"/>
    <dgm:cxn modelId="{5D820EC7-7BBD-465D-A0A6-2D08BD2B9C7A}" srcId="{A206B7A2-3C96-472E-A520-E7327DFD8192}" destId="{1F15A067-B371-4BAE-9142-D6B2CB60916F}" srcOrd="0" destOrd="0" parTransId="{14CF5EFE-A73D-4083-8687-B5BFFF7717A2}" sibTransId="{38372410-87A2-4D26-A5A6-B8353A7DE9E3}"/>
    <dgm:cxn modelId="{3901ADF0-708F-4644-803D-41B4177CE915}" type="presParOf" srcId="{56BC4C36-A2CF-4CA1-A471-9BFFE493C416}" destId="{4A21612B-FB52-4A9F-88A9-0985C1BEE909}" srcOrd="0" destOrd="0" presId="urn:microsoft.com/office/officeart/2018/5/layout/IconCircleLabelList"/>
    <dgm:cxn modelId="{DFA886DF-65DC-4691-B3E7-C97289FDC491}" type="presParOf" srcId="{4A21612B-FB52-4A9F-88A9-0985C1BEE909}" destId="{CBC054C3-9F92-430F-9EEB-E91005768A67}" srcOrd="0" destOrd="0" presId="urn:microsoft.com/office/officeart/2018/5/layout/IconCircleLabelList"/>
    <dgm:cxn modelId="{152BDCF8-64ED-4702-A7B9-B9C05E4F8BF5}" type="presParOf" srcId="{4A21612B-FB52-4A9F-88A9-0985C1BEE909}" destId="{4B8829E0-3190-416F-9DF2-649A18E6F74E}" srcOrd="1" destOrd="0" presId="urn:microsoft.com/office/officeart/2018/5/layout/IconCircleLabelList"/>
    <dgm:cxn modelId="{AC219A2D-861D-4A75-9044-B5DE51A150EC}" type="presParOf" srcId="{4A21612B-FB52-4A9F-88A9-0985C1BEE909}" destId="{EE062F8E-03A1-4081-A80F-EDD3DB0FAAD5}" srcOrd="2" destOrd="0" presId="urn:microsoft.com/office/officeart/2018/5/layout/IconCircleLabelList"/>
    <dgm:cxn modelId="{3406A110-6022-4DAD-BCCB-78A1D1D728CE}" type="presParOf" srcId="{4A21612B-FB52-4A9F-88A9-0985C1BEE909}" destId="{D84B5428-A278-44FC-BACC-B8651E70E6B7}" srcOrd="3" destOrd="0" presId="urn:microsoft.com/office/officeart/2018/5/layout/IconCircleLabelList"/>
    <dgm:cxn modelId="{41347D63-F6BC-48FE-8D5C-4CBD49BEAA35}" type="presParOf" srcId="{56BC4C36-A2CF-4CA1-A471-9BFFE493C416}" destId="{4BCFD4D8-4C2F-4299-A288-C07E24E72F63}" srcOrd="1" destOrd="0" presId="urn:microsoft.com/office/officeart/2018/5/layout/IconCircleLabelList"/>
    <dgm:cxn modelId="{A8B51EB8-A833-42F0-8F78-3F6C630D1E62}" type="presParOf" srcId="{56BC4C36-A2CF-4CA1-A471-9BFFE493C416}" destId="{CA94903E-96EB-4180-88CD-8CF7A171280B}" srcOrd="2" destOrd="0" presId="urn:microsoft.com/office/officeart/2018/5/layout/IconCircleLabelList"/>
    <dgm:cxn modelId="{5F32112C-858A-4BFC-9BEE-84310B86A477}" type="presParOf" srcId="{CA94903E-96EB-4180-88CD-8CF7A171280B}" destId="{04FE453B-02B5-4255-AAED-1D26A34CC36D}" srcOrd="0" destOrd="0" presId="urn:microsoft.com/office/officeart/2018/5/layout/IconCircleLabelList"/>
    <dgm:cxn modelId="{8B83E9B6-EF0F-47B2-AE18-EBC0C3B68DF6}" type="presParOf" srcId="{CA94903E-96EB-4180-88CD-8CF7A171280B}" destId="{C7B7E462-97CC-4287-9CA6-FD80D190A47C}" srcOrd="1" destOrd="0" presId="urn:microsoft.com/office/officeart/2018/5/layout/IconCircleLabelList"/>
    <dgm:cxn modelId="{68BC1260-4888-47CA-804E-CBF5B35C66AD}" type="presParOf" srcId="{CA94903E-96EB-4180-88CD-8CF7A171280B}" destId="{0E9A6145-3A2F-422D-8D74-CC53FB823D42}" srcOrd="2" destOrd="0" presId="urn:microsoft.com/office/officeart/2018/5/layout/IconCircleLabelList"/>
    <dgm:cxn modelId="{C4D49D19-B2B7-464F-B454-42C66AB66781}" type="presParOf" srcId="{CA94903E-96EB-4180-88CD-8CF7A171280B}" destId="{62F136C5-495A-46A6-B457-C059EF73499F}" srcOrd="3" destOrd="0" presId="urn:microsoft.com/office/officeart/2018/5/layout/IconCircleLabelList"/>
    <dgm:cxn modelId="{A05730C0-48F1-4F2B-9979-CAF2607EC9D2}" type="presParOf" srcId="{56BC4C36-A2CF-4CA1-A471-9BFFE493C416}" destId="{B823ECD9-C8A2-4E52-932F-2E266D2B6C62}" srcOrd="3" destOrd="0" presId="urn:microsoft.com/office/officeart/2018/5/layout/IconCircleLabelList"/>
    <dgm:cxn modelId="{10D5E46D-161E-4D86-9C43-59A64C24C6B2}" type="presParOf" srcId="{56BC4C36-A2CF-4CA1-A471-9BFFE493C416}" destId="{F4D90667-D04B-4F2D-8CFA-94B530ED3046}" srcOrd="4" destOrd="0" presId="urn:microsoft.com/office/officeart/2018/5/layout/IconCircleLabelList"/>
    <dgm:cxn modelId="{83C3C29C-F57E-461A-8B5C-8BDF413F7668}" type="presParOf" srcId="{F4D90667-D04B-4F2D-8CFA-94B530ED3046}" destId="{B69775EB-99E5-4188-A799-A5FB849AA273}" srcOrd="0" destOrd="0" presId="urn:microsoft.com/office/officeart/2018/5/layout/IconCircleLabelList"/>
    <dgm:cxn modelId="{19793F36-530C-4FC3-B4E2-03C235761201}" type="presParOf" srcId="{F4D90667-D04B-4F2D-8CFA-94B530ED3046}" destId="{4DCDEC2F-CB66-49FD-9041-88F288D8FD49}" srcOrd="1" destOrd="0" presId="urn:microsoft.com/office/officeart/2018/5/layout/IconCircleLabelList"/>
    <dgm:cxn modelId="{9B4CF8ED-6811-4C55-A107-F89073A6942C}" type="presParOf" srcId="{F4D90667-D04B-4F2D-8CFA-94B530ED3046}" destId="{3A79BEB5-AA5C-43A8-86F0-FA7F7210BDBE}" srcOrd="2" destOrd="0" presId="urn:microsoft.com/office/officeart/2018/5/layout/IconCircleLabelList"/>
    <dgm:cxn modelId="{F8E3FE42-8FB7-4985-AAEA-98573A7AECCD}" type="presParOf" srcId="{F4D90667-D04B-4F2D-8CFA-94B530ED3046}" destId="{9C35606F-FD27-4B3B-AFF5-AD79144C2058}" srcOrd="3" destOrd="0" presId="urn:microsoft.com/office/officeart/2018/5/layout/IconCircleLabelList"/>
    <dgm:cxn modelId="{4438D4A3-C94C-497A-B351-A1B2AE754F5D}" type="presParOf" srcId="{56BC4C36-A2CF-4CA1-A471-9BFFE493C416}" destId="{A48979D2-87CB-4172-AB2C-ACC2685EC0EA}" srcOrd="5" destOrd="0" presId="urn:microsoft.com/office/officeart/2018/5/layout/IconCircleLabelList"/>
    <dgm:cxn modelId="{5C4631AF-708D-4577-B4E8-139C34AB4BBC}" type="presParOf" srcId="{56BC4C36-A2CF-4CA1-A471-9BFFE493C416}" destId="{9E024A40-8DA8-4CD3-AFB0-C61484310A64}" srcOrd="6" destOrd="0" presId="urn:microsoft.com/office/officeart/2018/5/layout/IconCircleLabelList"/>
    <dgm:cxn modelId="{AF1E08AF-6F63-4B7C-A0DC-0CA18FB8C9F7}" type="presParOf" srcId="{9E024A40-8DA8-4CD3-AFB0-C61484310A64}" destId="{23CA23C0-59A1-49ED-8A29-1F43E12AC7F9}" srcOrd="0" destOrd="0" presId="urn:microsoft.com/office/officeart/2018/5/layout/IconCircleLabelList"/>
    <dgm:cxn modelId="{D44D15ED-811B-4EAC-8B7B-50C1DC3FDE7D}" type="presParOf" srcId="{9E024A40-8DA8-4CD3-AFB0-C61484310A64}" destId="{E3C41403-2D0C-458B-8A09-7E1BB4C4B895}" srcOrd="1" destOrd="0" presId="urn:microsoft.com/office/officeart/2018/5/layout/IconCircleLabelList"/>
    <dgm:cxn modelId="{ABC449FE-AA71-4CEC-BF6C-EE764BEC1BA3}" type="presParOf" srcId="{9E024A40-8DA8-4CD3-AFB0-C61484310A64}" destId="{F082CE48-3B10-46BB-A7FD-73FE43701A0F}" srcOrd="2" destOrd="0" presId="urn:microsoft.com/office/officeart/2018/5/layout/IconCircleLabelList"/>
    <dgm:cxn modelId="{35613CFF-F458-4857-BB3E-013C6AA6DB65}" type="presParOf" srcId="{9E024A40-8DA8-4CD3-AFB0-C61484310A64}" destId="{11D99FE8-01AC-4C3B-AA13-303B71EA3CD0}" srcOrd="3" destOrd="0" presId="urn:microsoft.com/office/officeart/2018/5/layout/IconCircleLabelList"/>
    <dgm:cxn modelId="{24A88D6E-83E0-4DC1-9EED-AA89878E8BC1}" type="presParOf" srcId="{56BC4C36-A2CF-4CA1-A471-9BFFE493C416}" destId="{D85AEE3F-D983-4C16-957B-7BBBE96411DC}" srcOrd="7" destOrd="0" presId="urn:microsoft.com/office/officeart/2018/5/layout/IconCircleLabelList"/>
    <dgm:cxn modelId="{3201BE21-C9DC-4D66-AAC8-3762837C9BFA}" type="presParOf" srcId="{56BC4C36-A2CF-4CA1-A471-9BFFE493C416}" destId="{5E1668D2-6D2B-46FF-8832-26056EB2DDB3}" srcOrd="8" destOrd="0" presId="urn:microsoft.com/office/officeart/2018/5/layout/IconCircleLabelList"/>
    <dgm:cxn modelId="{0383C004-2AAA-4E5D-8792-E51F5C30E48A}" type="presParOf" srcId="{5E1668D2-6D2B-46FF-8832-26056EB2DDB3}" destId="{73FB75D9-4FCE-4AD5-8D5F-F08E1AD56EC7}" srcOrd="0" destOrd="0" presId="urn:microsoft.com/office/officeart/2018/5/layout/IconCircleLabelList"/>
    <dgm:cxn modelId="{9427E2B5-9ADC-4536-AE4D-0346B096CD25}" type="presParOf" srcId="{5E1668D2-6D2B-46FF-8832-26056EB2DDB3}" destId="{58BEEF51-59A7-4D15-AB4B-2ED877CA60C3}" srcOrd="1" destOrd="0" presId="urn:microsoft.com/office/officeart/2018/5/layout/IconCircleLabelList"/>
    <dgm:cxn modelId="{918427A9-F30F-4F53-BEA9-55A582D8968D}" type="presParOf" srcId="{5E1668D2-6D2B-46FF-8832-26056EB2DDB3}" destId="{44981862-3150-43D5-8785-97A5F1A0702A}" srcOrd="2" destOrd="0" presId="urn:microsoft.com/office/officeart/2018/5/layout/IconCircleLabelList"/>
    <dgm:cxn modelId="{02D859F8-6C80-44B9-88C5-6982FE8058AB}" type="presParOf" srcId="{5E1668D2-6D2B-46FF-8832-26056EB2DDB3}" destId="{FAFB10DB-C9DC-4839-9EC4-99E498D510C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7D59E-3A28-4175-857B-97D4F9E8C80C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2E6F7-EB29-4EBF-AE1B-D61B3966DC4B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30D2C-ADFB-4F8A-AAAF-493CA6D4233D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Rappel du </a:t>
          </a:r>
          <a:r>
            <a:rPr lang="en-US" sz="2200" kern="1200" err="1"/>
            <a:t>projet</a:t>
          </a:r>
          <a:r>
            <a:rPr lang="en-US" sz="2200" kern="1200"/>
            <a:t> et des objectifs</a:t>
          </a:r>
        </a:p>
      </dsp:txBody>
      <dsp:txXfrm>
        <a:off x="1428292" y="2439"/>
        <a:ext cx="4873308" cy="1236616"/>
      </dsp:txXfrm>
    </dsp:sp>
    <dsp:sp modelId="{81539128-CFB0-445C-B38E-876053E52E1A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84085-8654-4C3A-BD19-D5CA9A735D9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AC53F-3920-458C-90B1-327A36C47D98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 Light" panose="020F0302020204030204"/>
            </a:rPr>
            <a:t>Résultats</a:t>
          </a:r>
          <a:endParaRPr lang="en-US" sz="2200" kern="1200"/>
        </a:p>
      </dsp:txBody>
      <dsp:txXfrm>
        <a:off x="1428292" y="1548210"/>
        <a:ext cx="4873308" cy="1236616"/>
      </dsp:txXfrm>
    </dsp:sp>
    <dsp:sp modelId="{5C6D27A3-506E-49A4-AD83-A532B5173A67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7A801-24E4-460E-87E5-3DA3F6801F65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2E049-F197-4D95-87B6-4EA590CBD37B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 Light" panose="020F0302020204030204"/>
            </a:rPr>
            <a:t>Bilan</a:t>
          </a:r>
          <a:endParaRPr lang="en-US" sz="2200" kern="1200"/>
        </a:p>
      </dsp:txBody>
      <dsp:txXfrm>
        <a:off x="1428292" y="3093981"/>
        <a:ext cx="4873308" cy="1236616"/>
      </dsp:txXfrm>
    </dsp:sp>
    <dsp:sp modelId="{2750E293-080E-4D65-B695-FD198DE9FB7F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F502A-CD19-42F6-A6E5-E0162AABC4FD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9289D-CAC7-44F2-8579-3B6908186F0D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Apports du </a:t>
          </a:r>
          <a:r>
            <a:rPr lang="en-US" sz="2200" kern="1200" err="1"/>
            <a:t>projet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EFE4D-3A37-4FA5-BBF9-23FD1BFFB7DF}">
      <dsp:nvSpPr>
        <dsp:cNvPr id="0" name=""/>
        <dsp:cNvSpPr/>
      </dsp:nvSpPr>
      <dsp:spPr>
        <a:xfrm>
          <a:off x="765914" y="41879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20AC1-40E2-4628-A963-435B12C5EBF2}">
      <dsp:nvSpPr>
        <dsp:cNvPr id="0" name=""/>
        <dsp:cNvSpPr/>
      </dsp:nvSpPr>
      <dsp:spPr>
        <a:xfrm>
          <a:off x="765914" y="207506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Atteinte des objectifs ?</a:t>
          </a:r>
        </a:p>
      </dsp:txBody>
      <dsp:txXfrm>
        <a:off x="765914" y="2075067"/>
        <a:ext cx="4320000" cy="648000"/>
      </dsp:txXfrm>
    </dsp:sp>
    <dsp:sp modelId="{61093F49-7030-46F8-BEA7-6F2175E7D012}">
      <dsp:nvSpPr>
        <dsp:cNvPr id="0" name=""/>
        <dsp:cNvSpPr/>
      </dsp:nvSpPr>
      <dsp:spPr>
        <a:xfrm>
          <a:off x="765914" y="2790172"/>
          <a:ext cx="4320000" cy="983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68A4F1-075F-429F-8D74-F0D430AE5614}">
      <dsp:nvSpPr>
        <dsp:cNvPr id="0" name=""/>
        <dsp:cNvSpPr/>
      </dsp:nvSpPr>
      <dsp:spPr>
        <a:xfrm>
          <a:off x="5841914" y="41879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D1661-0035-4C29-8AF4-1310857B028C}">
      <dsp:nvSpPr>
        <dsp:cNvPr id="0" name=""/>
        <dsp:cNvSpPr/>
      </dsp:nvSpPr>
      <dsp:spPr>
        <a:xfrm>
          <a:off x="5841914" y="207506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Perspectives d'amélioration</a:t>
          </a:r>
        </a:p>
      </dsp:txBody>
      <dsp:txXfrm>
        <a:off x="5841914" y="2075067"/>
        <a:ext cx="4320000" cy="648000"/>
      </dsp:txXfrm>
    </dsp:sp>
    <dsp:sp modelId="{13F15CE2-35B4-4671-913D-B24E312EB09B}">
      <dsp:nvSpPr>
        <dsp:cNvPr id="0" name=""/>
        <dsp:cNvSpPr/>
      </dsp:nvSpPr>
      <dsp:spPr>
        <a:xfrm>
          <a:off x="5841914" y="2790172"/>
          <a:ext cx="4320000" cy="983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Recuit Simulé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Méthode Tabou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Amélioration des contraintes</a:t>
          </a:r>
        </a:p>
      </dsp:txBody>
      <dsp:txXfrm>
        <a:off x="5841914" y="2790172"/>
        <a:ext cx="4320000" cy="9838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054C3-9F92-430F-9EEB-E91005768A67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829E0-3190-416F-9DF2-649A18E6F74E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B5428-A278-44FC-BACC-B8651E70E6B7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Compétences en gestion de projet</a:t>
          </a:r>
        </a:p>
      </dsp:txBody>
      <dsp:txXfrm>
        <a:off x="333914" y="2456402"/>
        <a:ext cx="1800000" cy="720000"/>
      </dsp:txXfrm>
    </dsp:sp>
    <dsp:sp modelId="{04FE453B-02B5-4255-AAED-1D26A34CC36D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7E462-97CC-4287-9CA6-FD80D190A47C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136C5-495A-46A6-B457-C059EF73499F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Travail d'équipe</a:t>
          </a:r>
        </a:p>
      </dsp:txBody>
      <dsp:txXfrm>
        <a:off x="2448914" y="2456402"/>
        <a:ext cx="1800000" cy="720000"/>
      </dsp:txXfrm>
    </dsp:sp>
    <dsp:sp modelId="{B69775EB-99E5-4188-A799-A5FB849AA273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DEC2F-CB66-49FD-9041-88F288D8FD49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5606F-FD27-4B3B-AFF5-AD79144C2058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Modules python (matplotlib/jinja2)</a:t>
          </a:r>
        </a:p>
      </dsp:txBody>
      <dsp:txXfrm>
        <a:off x="4563914" y="2456402"/>
        <a:ext cx="1800000" cy="720000"/>
      </dsp:txXfrm>
    </dsp:sp>
    <dsp:sp modelId="{23CA23C0-59A1-49ED-8A29-1F43E12AC7F9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C41403-2D0C-458B-8A09-7E1BB4C4B895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99FE8-01AC-4C3B-AA13-303B71EA3CD0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Méta-heuristiques</a:t>
          </a:r>
        </a:p>
      </dsp:txBody>
      <dsp:txXfrm>
        <a:off x="6678914" y="2456402"/>
        <a:ext cx="1800000" cy="720000"/>
      </dsp:txXfrm>
    </dsp:sp>
    <dsp:sp modelId="{73FB75D9-4FCE-4AD5-8D5F-F08E1AD56EC7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EEF51-59A7-4D15-AB4B-2ED877CA60C3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B10DB-C9DC-4839-9EC4-99E498D510C8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Développement web (architecture site + serveur)</a:t>
          </a:r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2F9F9-FD81-0E47-A1AB-722B6DBCABF8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B8F2-0E8A-5D44-918A-C29AE78B3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02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FBC48-32E8-086F-CE45-3AC01961F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78B0A2-4049-CC52-084F-027D90D54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540247-3960-1675-01CF-60DE1BFD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ED3D9C-0120-2305-E89F-56478AB8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0810CF-7514-656A-3871-908FA90E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254089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42CA5-25DD-09E6-DDFD-3F1E4928E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7AECBF-01F1-5C99-B44B-D78495B14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3B6F02-75A2-58BB-114F-18D0F25C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9CCD32-8BE1-245D-4CAD-B973731E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C93EFE-E8A4-691A-B096-90F4BDDB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072956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F7E474-3C0E-D923-0BCB-048E41C0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59081B-4727-7E4B-50C0-6696F431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8601A0-D810-6F0F-0C1D-9A7A0BA3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1F45AF-56D2-BC4B-4EC5-4B9AC17F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F244B-5043-DFC7-E4BB-3722E34A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0766007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2CB26B-9D23-EB10-CB34-6B6AD5AE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C03EE0-4939-4CCB-8CBE-03F945CD9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0234AB3-2A63-C91E-B368-694E6252F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711747-7D5F-179F-EC52-1D451C6E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D715EF-836D-6CA5-7324-109BAE188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CEAB89-5068-6586-BA2D-E1BC8F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6890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4D6E10-ADE5-911A-3EF3-C8D82611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CFDCBA-5D42-AB87-2538-D3F0DD328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F2C352-D6DE-C384-F866-047B4C0DF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D1C5850-714C-226A-CF0A-640D8CA12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11C480-A156-5E95-C9EE-EFB0CE2A4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8C119CF-A56C-50C4-B9E6-0DDE05C5A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5EA5B4-8B4D-F3E6-F348-F4AC3F5E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0ECBE2-A3A1-FAE3-A821-69C6312D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113490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7FC257-A970-EB6C-1035-5E23723F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04B0D2-E814-E3E3-0395-53752070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F8B87E-7733-8079-C23F-85AE7481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EB5917-5D80-4C20-55ED-4071AD91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2042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1427A6-1A50-BF0C-BB30-6A7F08BC0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3447B9-0F4F-1C47-5F83-8DA4E6FC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938B40-6E46-880E-DDA3-4E1B8773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808890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3ECF1B-FAED-CACC-94B5-605940BC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E2C856-D114-7F30-B247-5512D2D02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9FB232-8B29-BE38-B8CD-716964A4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A2E575-09B6-2F6F-AD50-6F24A939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F3CF64-5DCA-313C-1DFA-8179365F0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2AFBEC-247E-C0B9-A184-925BB6DB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385455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23F1B-6F20-FB6E-2DAD-9D928949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FFF564-6DA3-7F8A-246D-116D15E31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EA2738-89D8-99B2-58F5-E917F5A33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E1EA7F-3BDF-B002-F0B6-F2036F57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5E8E0D-10D3-122D-36BA-E15B9356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4B3094-3061-CA97-2B83-2ECE0037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480545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78D0D3-38B5-1D4F-783B-C7EB93BB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F38CB5-34C4-7F4A-40EB-DE62528A6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6F5584-3410-027D-51C0-64C4662F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7C1386-6547-1FA0-5D9D-0EED0CAA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29F543-B7CE-5345-9B74-79D986E1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497591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1576491-515A-3DA5-796B-952A82481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63AA3B-FC29-3CEF-2234-CC592F027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9F3C96-2526-020C-6C7C-FAA106A0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14/05/2025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AE2061-C004-FF94-3F38-DC1B6AE5F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B2F55C-0E4D-A6B7-2FD3-91296E9F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71792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C68A45-B292-4A91-2A06-02840F19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A34AF7-FE86-F3A4-DF71-A5602CEDD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4F3302-D018-A6B9-84F0-122AE2640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14/05/2025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A6B402-7AC5-DDA2-8DF8-85BA6F529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VRP - Vehicule Routing Problem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625946-902B-3C27-72BA-16250515A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64576-94BB-BD4E-BD25-C40FDF1E08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41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E4B34283-20CB-0C46-9898-A90483C20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519" b="9089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922B318-A5B3-267D-0311-BC1BD7640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pPr>
              <a:spcBef>
                <a:spcPts val="0"/>
              </a:spcBef>
            </a:pPr>
            <a:r>
              <a:rPr lang="fr-FR" sz="2600">
                <a:solidFill>
                  <a:schemeClr val="bg1"/>
                </a:solidFill>
                <a:latin typeface="Arial"/>
                <a:cs typeface="Arial"/>
              </a:rPr>
              <a:t>VRP – VEHICLE ROUTING PROBLEM</a:t>
            </a:r>
            <a:endParaRPr lang="en-US" sz="2600">
              <a:solidFill>
                <a:schemeClr val="bg1"/>
              </a:solidFill>
              <a:latin typeface="Arial"/>
              <a:cs typeface="Arial"/>
            </a:endParaRPr>
          </a:p>
          <a:p>
            <a:endParaRPr lang="en-US" sz="2600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3D1DE77-6D19-0D9B-CF2B-6FE2446D1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fr-FR" sz="1700">
                <a:solidFill>
                  <a:schemeClr val="bg1"/>
                </a:solidFill>
                <a:ea typeface="Calibri"/>
                <a:cs typeface="Calibri"/>
              </a:rPr>
              <a:t>Réalisé</a:t>
            </a:r>
            <a:r>
              <a:rPr lang="en-US" sz="1700">
                <a:solidFill>
                  <a:schemeClr val="bg1"/>
                </a:solidFill>
                <a:ea typeface="Calibri"/>
                <a:cs typeface="Calibri"/>
              </a:rPr>
              <a:t> par CISERANE Marius &amp; BOULLOT Matthias</a:t>
            </a:r>
          </a:p>
          <a:p>
            <a:endParaRPr lang="en-US" sz="17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755837-979C-BAF7-E468-3DCB00A4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1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6C427F8E-C937-E12F-82FE-D4E11C08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</a:t>
            </a:r>
            <a:r>
              <a:rPr lang="fr-FR" err="1"/>
              <a:t>Vehicule</a:t>
            </a:r>
            <a:r>
              <a:rPr lang="fr-FR"/>
              <a:t> </a:t>
            </a:r>
            <a:r>
              <a:rPr lang="fr-FR" err="1"/>
              <a:t>Routing</a:t>
            </a:r>
            <a:r>
              <a:rPr lang="fr-FR"/>
              <a:t> </a:t>
            </a:r>
            <a:r>
              <a:rPr lang="fr-FR" err="1"/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179247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B4389-E546-6D47-3D00-3F7D63EE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fr-FR">
                <a:solidFill>
                  <a:schemeClr val="bg1"/>
                </a:solidFill>
                <a:ea typeface="Calibri Light"/>
                <a:cs typeface="Calibri Light"/>
              </a:rPr>
              <a:t>Sommaire</a:t>
            </a:r>
            <a:endParaRPr lang="fr-FR">
              <a:solidFill>
                <a:schemeClr val="bg1"/>
              </a:solidFill>
            </a:endParaRPr>
          </a:p>
        </p:txBody>
      </p:sp>
      <p:grpSp>
        <p:nvGrpSpPr>
          <p:cNvPr id="1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78021C-7BA3-3DFD-1F52-3721A600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fr-FR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fr-FR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F3F128C-1353-3923-C8FD-2E0926803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969094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B233D7F-0DF7-305A-5D47-BD34A99E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21154898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B2E6F7-EB29-4EBF-AE1B-D61B3966DC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B4B2E6F7-EB29-4EBF-AE1B-D61B3966DC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27D59E-3A28-4175-857B-97D4F9E8C8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0027D59E-3A28-4175-857B-97D4F9E8C8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5630D2C-ADFB-4F8A-AAAF-493CA6D423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55630D2C-ADFB-4F8A-AAAF-493CA6D423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1539128-CFB0-445C-B38E-876053E52E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81539128-CFB0-445C-B38E-876053E52E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B884085-8654-4C3A-BD19-D5CA9A735D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4B884085-8654-4C3A-BD19-D5CA9A735D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CAC53F-3920-458C-90B1-327A36C47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12CAC53F-3920-458C-90B1-327A36C47D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E7A801-24E4-460E-87E5-3DA3F6801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74E7A801-24E4-460E-87E5-3DA3F6801F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C6D27A3-506E-49A4-AD83-A532B5173A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5C6D27A3-506E-49A4-AD83-A532B5173A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82E049-F197-4D95-87B6-4EA590CBD3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782E049-F197-4D95-87B6-4EA590CBD3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87F502A-CD19-42F6-A6E5-E0162AABC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7">
                                            <p:graphicEl>
                                              <a:dgm id="{487F502A-CD19-42F6-A6E5-E0162AABC4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750E293-080E-4D65-B695-FD198DE9FB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2750E293-080E-4D65-B695-FD198DE9FB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BD9289D-CAC7-44F2-8579-3B6908186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">
                                            <p:graphicEl>
                                              <a:dgm id="{8BD9289D-CAC7-44F2-8579-3B6908186F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DA39A-4F35-726F-A1A8-77744F3B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Rappel du </a:t>
            </a:r>
            <a:r>
              <a:rPr lang="en-US" dirty="0" err="1">
                <a:latin typeface="Calibri"/>
                <a:ea typeface="Calibri"/>
                <a:cs typeface="Calibri"/>
              </a:rPr>
              <a:t>projet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B75AA-6A5A-FB19-CFD3-4C562A6AA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 err="1">
                <a:ea typeface="Calibri"/>
                <a:cs typeface="Calibri"/>
              </a:rPr>
              <a:t>Définitions</a:t>
            </a:r>
            <a:r>
              <a:rPr lang="en-US" sz="2000" b="1" dirty="0">
                <a:ea typeface="Calibri"/>
                <a:cs typeface="Calibri"/>
              </a:rPr>
              <a:t> :</a:t>
            </a:r>
            <a:r>
              <a:rPr lang="en-US" sz="2000" dirty="0">
                <a:ea typeface="Calibri"/>
                <a:cs typeface="Calibri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VRP : Vehicle Routing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CVRPTW : Capacitated Vehicle Routing Problem with Time Window</a:t>
            </a:r>
          </a:p>
          <a:p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6" name="Picture 5" descr="Picture 800307227, Image">
            <a:extLst>
              <a:ext uri="{FF2B5EF4-FFF2-40B4-BE49-F238E27FC236}">
                <a16:creationId xmlns:a16="http://schemas.microsoft.com/office/drawing/2014/main" id="{770DCC44-3BB8-1920-F9B0-3F9E8EC2E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671057"/>
            <a:ext cx="6155141" cy="553962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D9FB9-7540-13C2-1E83-6F55D04D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fr-FR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fr-FR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BA4D78B-B2DD-0ED0-FA21-8A913E87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285098873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EB9FF-7A4D-C92B-7492-6A1672AC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Objectifs du projet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AB2CF4-A6BE-B5BD-D6B3-1179E420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620248"/>
            <a:ext cx="5804955" cy="32507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5170F-5F84-3AE1-EB93-EE5C64478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Quoi ? -&gt; Un logiciel utilisable par un particulier</a:t>
            </a:r>
          </a:p>
          <a:p>
            <a:r>
              <a:rPr lang="en-US" sz="2000">
                <a:ea typeface="Calibri"/>
                <a:cs typeface="Calibri"/>
              </a:rPr>
              <a:t>Comment ? -&gt; Avec l'utilisation de méta-heuristiques</a:t>
            </a:r>
          </a:p>
          <a:p>
            <a:endParaRPr lang="en-US" sz="20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F4A5A-9415-2F4D-5E48-B3645E3D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19938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fr-FR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9C5F9F90-5E25-84A9-E5FD-69B7380BB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298692323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D77CF-8F80-364A-09B3-B295BB23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Présentation du code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652F31-AA3A-B706-26AA-6D87D61F2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3715" y="2337520"/>
            <a:ext cx="3824079" cy="3365190"/>
          </a:xfrm>
          <a:prstGeom prst="rect">
            <a:avLst/>
          </a:prstGeom>
        </p:spPr>
      </p:pic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5F55CFB2-9759-599A-3589-2601A601CE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5"/>
          <a:stretch/>
        </p:blipFill>
        <p:spPr>
          <a:xfrm>
            <a:off x="6204156" y="2759362"/>
            <a:ext cx="4483510" cy="2521505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52E1C-527E-82C9-18A3-14F3DEE2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en-US" sz="1000"/>
              <a:pPr>
                <a:spcAft>
                  <a:spcPts val="600"/>
                </a:spcAft>
              </a:pPr>
              <a:t>5</a:t>
            </a:fld>
            <a:endParaRPr lang="en-US" sz="100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619B4D-C5BA-487F-FD77-CBD94BCD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387215025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8E0EB50B-0DE7-D801-E6D7-E368C1E64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8954" y="457200"/>
            <a:ext cx="6754091" cy="5943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7F5D1-67B5-FBAA-6887-E027A718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6C2D2E-F409-D3B9-0E37-A5DF48A0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107357478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882AD6C-5BE1-5E09-2557-A726CFF86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65"/>
          <a:stretch/>
        </p:blipFill>
        <p:spPr>
          <a:xfrm>
            <a:off x="811818" y="457200"/>
            <a:ext cx="10568363" cy="5943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4D931-A5D0-1BCC-71A5-05CED681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D4005F-86CE-7B36-DDC1-7103BEDF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851920492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69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4345-20B6-DE48-2427-E575E02B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2"/>
            <a:ext cx="4284418" cy="1480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Résultats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838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91465-AF37-1083-D0F5-372B3007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867" y="3246439"/>
            <a:ext cx="672957" cy="3437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F1664576-94BB-BD4E-BD25-C40FDF1E0877}" type="slidenum">
              <a:rPr lang="en-US" sz="140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8</a:t>
            </a:fld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6" name="Content Placeholder 5" descr="Une image contenant texte, ligne, capture d’écran, Tracé&#10;&#10;Description générée automatiquement, Image">
            <a:extLst>
              <a:ext uri="{FF2B5EF4-FFF2-40B4-BE49-F238E27FC236}">
                <a16:creationId xmlns:a16="http://schemas.microsoft.com/office/drawing/2014/main" id="{6C2FD76F-AE43-BD48-7100-29D23D68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3454"/>
          <a:stretch>
            <a:fillRect/>
          </a:stretch>
        </p:blipFill>
        <p:spPr>
          <a:xfrm>
            <a:off x="638659" y="1828531"/>
            <a:ext cx="5284064" cy="38260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A8A871-9F67-BF9F-0949-B50E4A783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83" y="3940081"/>
            <a:ext cx="5810250" cy="1714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7D427A-7A72-1C04-D02E-8679AB16C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883" y="1451400"/>
            <a:ext cx="5810250" cy="1638300"/>
          </a:xfrm>
          <a:prstGeom prst="rect">
            <a:avLst/>
          </a:prstGeom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DC1BFC0-484B-7030-DA17-D4E6B4C9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305682847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18E79-9C5A-62DA-9FDB-FC5E2EB5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Bilan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AC916-19C7-BF6E-92A9-64B010BE5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180F5C2-8146-F690-0798-440628912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44514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FB424C-A4DF-7C48-55D5-07CEF0C2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2510779668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58C4-5EFB-5502-6BCC-A92931D8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99618-C5EB-0448-019E-C3B95A31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5F29A-891F-244A-B1C6-B6EC3A94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4576-94BB-BD4E-BD25-C40FDF1E0877}" type="slidenum">
              <a:rPr lang="fr-FR" smtClean="0"/>
              <a:t>10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018E66-FEC3-BD7D-12C7-581D765E4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" y="3568"/>
            <a:ext cx="12202879" cy="6859491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4AD890-CE70-508B-A170-6A2068A6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12388071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CEC51-1048-8497-C3E0-1F59D82A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Apports du projet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50946-EBBB-FF9E-9BDD-124D8860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664576-94BB-BD4E-BD25-C40FDF1E0877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997FE91-D10A-CE52-D6B0-A60ADF0DA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27159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75A545-1AA7-D5E6-2735-0398D456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VRP - Vehicule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3310296645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2882</TotalTime>
  <Words>172</Words>
  <Application>Microsoft Macintosh PowerPoint</Application>
  <PresentationFormat>Grand écran</PresentationFormat>
  <Paragraphs>50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Thème Office</vt:lpstr>
      <vt:lpstr>VRP – VEHICLE ROUTING PROBLEM </vt:lpstr>
      <vt:lpstr>Sommaire</vt:lpstr>
      <vt:lpstr>Rappel du projet</vt:lpstr>
      <vt:lpstr>Objectifs du projet</vt:lpstr>
      <vt:lpstr>Présentation du code</vt:lpstr>
      <vt:lpstr>Présentation PowerPoint</vt:lpstr>
      <vt:lpstr>Présentation PowerPoint</vt:lpstr>
      <vt:lpstr>Résultats</vt:lpstr>
      <vt:lpstr>Bilan</vt:lpstr>
      <vt:lpstr>Présentation PowerPoint</vt:lpstr>
      <vt:lpstr>Apports du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Matthias Boullot</dc:creator>
  <cp:lastModifiedBy>Matthias Boullot</cp:lastModifiedBy>
  <cp:revision>2</cp:revision>
  <dcterms:created xsi:type="dcterms:W3CDTF">2025-05-12T15:25:57Z</dcterms:created>
  <dcterms:modified xsi:type="dcterms:W3CDTF">2025-05-14T15:28:49Z</dcterms:modified>
</cp:coreProperties>
</file>